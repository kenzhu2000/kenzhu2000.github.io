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72" r:id="rId6"/>
    <p:sldId id="375" r:id="rId7"/>
    <p:sldId id="376" r:id="rId8"/>
    <p:sldId id="377" r:id="rId9"/>
    <p:sldId id="378" r:id="rId10"/>
    <p:sldId id="379" r:id="rId11"/>
    <p:sldId id="28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64" d="100"/>
          <a:sy n="164" d="100"/>
        </p:scale>
        <p:origin x="4488" y="132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7256-8A04-AC9D-308C-886AB2B9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E9E33-6F24-22CC-C6CC-263AEFEF1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E560D-F659-62B8-58B9-B944C704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85302-0AD3-1526-6DD1-8C3760799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1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5BAF-7124-CCD5-40D0-ECFB3D03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9E915-726B-1EE5-ECB6-A261A9C3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8A14-F274-FD81-F793-0B0BBDAA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3A38-06C9-396E-E669-4DAE089C7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5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D90D-730C-586A-1FF4-E7A07E29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1B722-0F98-3E9C-F46A-666A0C6E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37C9E-D972-F045-2E97-A01815142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E4C8-DD33-4F90-0BA1-8571D7C78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BB3E-1798-5071-4D45-9EEC852C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407BF-36F7-080E-298C-0407FD063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7E7C-61C7-A1ED-F6D8-F40D16225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88DD-9093-3AFA-5DF2-D19013E4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0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A293-E72D-A6F0-0779-AE5636C0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403AF-BAD1-399A-0B92-2B385B66B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02A33-2ED0-BE7D-FEE1-AF8DAF609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190C2-58A2-8CF7-ED78-566A9D8D1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70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DC2E-993A-F7B2-C8C9-F75EC246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3A951-AAB4-2A3E-63CD-CCCF113EE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C92D3-CE0E-B45A-11B8-350E8824F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CB445-5AE3-9272-BA0F-CACCABA8E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7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 dirty="0"/>
              <a:t>Tutorial 6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2/25/2026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8 &amp; HW 5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5361-0282-E0C0-2C49-33137235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79AF7A-3965-B7E2-AE96-E9B8F0B358E3}"/>
              </a:ext>
            </a:extLst>
          </p:cNvPr>
          <p:cNvSpPr txBox="1"/>
          <p:nvPr/>
        </p:nvSpPr>
        <p:spPr>
          <a:xfrm>
            <a:off x="75715" y="75921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Quiz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7D896-54AB-0558-07A1-C18115EA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680"/>
            <a:ext cx="6871053" cy="179079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45D9E70-5EC2-2060-F4EE-95BA6148ED3D}"/>
              </a:ext>
            </a:extLst>
          </p:cNvPr>
          <p:cNvSpPr txBox="1">
            <a:spLocks/>
          </p:cNvSpPr>
          <p:nvPr/>
        </p:nvSpPr>
        <p:spPr>
          <a:xfrm>
            <a:off x="714435" y="2641115"/>
            <a:ext cx="6347714" cy="2254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D0D0D"/>
                </a:solidFill>
                <a:latin typeface="Söhne"/>
              </a:rPr>
              <a:t>Orthogonality: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The vectors are orthogonal to each other. The dot product of any two different one-hot vectors is always 0. This means there is no numerical similarity between the vectors.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D0D0D"/>
                </a:solidFill>
                <a:latin typeface="Söhne"/>
              </a:rPr>
              <a:t>Equal Distance: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The Euclidean distance between any two one-hot vectors is constant. The distance is always sqrt(2)</a:t>
            </a:r>
            <a:r>
              <a:rPr lang="en-US" dirty="0">
                <a:solidFill>
                  <a:srgbClr val="0D0D0D"/>
                </a:solidFill>
                <a:latin typeface="KaTeX_Main"/>
              </a:rPr>
              <a:t>​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, regardless of the meaning or similarity between the words.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6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ADE1-B6A8-E003-F943-8EE91453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AEA44-2B0D-67A2-24A2-4F881A0FB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56639" cy="5143500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08C82DF-FC2F-62C5-CA7A-8030B8589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669" y="4175954"/>
            <a:ext cx="3550332" cy="548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476F8-F553-713A-64F0-23EC0F6B6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010" y="4685524"/>
            <a:ext cx="3029690" cy="45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DA52-E9C8-8AE6-F20D-A1EFABDA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67995-1AB5-5482-D3AA-D66D62EB5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12156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699134-637D-B0FD-3336-318066142880}"/>
              </a:ext>
            </a:extLst>
          </p:cNvPr>
          <p:cNvSpPr txBox="1"/>
          <p:nvPr/>
        </p:nvSpPr>
        <p:spPr>
          <a:xfrm>
            <a:off x="4714693" y="419350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Each word has two d-dimensional vectors, so it is 2 × |V| × d.</a:t>
            </a:r>
          </a:p>
        </p:txBody>
      </p:sp>
    </p:spTree>
    <p:extLst>
      <p:ext uri="{BB962C8B-B14F-4D97-AF65-F5344CB8AC3E}">
        <p14:creationId xmlns:p14="http://schemas.microsoft.com/office/powerpoint/2010/main" val="85760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330A-F2AE-329C-4657-EE2093D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5F561B-655A-DDA5-EDB8-EC77F230C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4928"/>
            <a:ext cx="7099704" cy="45085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0473B1-06B2-C004-63E3-90C21419E10D}"/>
              </a:ext>
            </a:extLst>
          </p:cNvPr>
          <p:cNvSpPr txBox="1"/>
          <p:nvPr/>
        </p:nvSpPr>
        <p:spPr>
          <a:xfrm>
            <a:off x="0" y="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 5</a:t>
            </a:r>
          </a:p>
        </p:txBody>
      </p:sp>
    </p:spTree>
    <p:extLst>
      <p:ext uri="{BB962C8B-B14F-4D97-AF65-F5344CB8AC3E}">
        <p14:creationId xmlns:p14="http://schemas.microsoft.com/office/powerpoint/2010/main" val="297912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2E46-6B22-7451-85B4-D29E0405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EB247-97A3-30E7-3009-90D5191A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503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3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DBFA2-72D6-BD7C-9FD2-86E86F6C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2CC3F-511E-177B-CA83-8EA9696BA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83683" cy="7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8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5632</TotalTime>
  <Words>113</Words>
  <Application>Microsoft Office PowerPoint</Application>
  <PresentationFormat>On-screen Show (16:9)</PresentationFormat>
  <Paragraphs>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KaTeX_Main</vt:lpstr>
      <vt:lpstr>黑体</vt:lpstr>
      <vt:lpstr>Söhne</vt:lpstr>
      <vt:lpstr>Arial</vt:lpstr>
      <vt:lpstr>Calibri</vt:lpstr>
      <vt:lpstr>Helvetica</vt:lpstr>
      <vt:lpstr>Wingdings</vt:lpstr>
      <vt:lpstr>UTA Accessible Template</vt:lpstr>
      <vt:lpstr>Tutorial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122</cp:revision>
  <dcterms:created xsi:type="dcterms:W3CDTF">2021-08-31T19:16:02Z</dcterms:created>
  <dcterms:modified xsi:type="dcterms:W3CDTF">2026-02-26T00:45:32Z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