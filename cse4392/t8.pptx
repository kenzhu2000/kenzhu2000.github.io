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3" r:id="rId5"/>
    <p:sldId id="372" r:id="rId6"/>
    <p:sldId id="375" r:id="rId7"/>
    <p:sldId id="376" r:id="rId8"/>
    <p:sldId id="378" r:id="rId9"/>
    <p:sldId id="377" r:id="rId10"/>
    <p:sldId id="379" r:id="rId11"/>
    <p:sldId id="380" r:id="rId12"/>
    <p:sldId id="381" r:id="rId13"/>
    <p:sldId id="287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164" d="100"/>
          <a:sy n="164" d="100"/>
        </p:scale>
        <p:origin x="4488" y="132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7256-8A04-AC9D-308C-886AB2B9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E9E33-6F24-22CC-C6CC-263AEFEF1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E560D-F659-62B8-58B9-B944C704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85302-0AD3-1526-6DD1-8C3760799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1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5BAF-7124-CCD5-40D0-ECFB3D03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9E915-726B-1EE5-ECB6-A261A9C3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78A14-F274-FD81-F793-0B0BBDAA9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63A38-06C9-396E-E669-4DAE089C7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50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D90D-730C-586A-1FF4-E7A07E29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1B722-0F98-3E9C-F46A-666A0C6E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37C9E-D972-F045-2E97-A01815142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E4C8-DD33-4F90-0BA1-8571D7C78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56EB-A9DE-381D-F44F-BB14BCBA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83219-25A5-7B24-87AC-64846316C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ACDB2-25DA-6AB0-97BA-863E72401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2C7DE-3F69-2DDB-3A04-631354EBA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87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BB3E-1798-5071-4D45-9EEC852C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407BF-36F7-080E-298C-0407FD063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7E7C-61C7-A1ED-F6D8-F40D16225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88DD-9093-3AFA-5DF2-D19013E44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0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7A70F-5DBA-06C7-8ECC-4008E072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8D941-5FF7-944C-9D15-2B5405553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8D541-6472-C3EB-D138-42471A9CC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967A9-23E3-268D-0F6B-72A8F25A9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94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82A3-2698-41C0-98EA-1C38C19C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13D9B-F45F-0E8D-815B-53D7C0362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74962-A74C-8046-9627-B136252DE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993AF-4A57-95D7-0CC3-D6F507606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49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A3797-B583-9FA2-EF7E-15610A52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BE643-712F-200B-AA08-EB224BF38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3F954-5F69-C0BE-0895-B08EF57EC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89ACD-12BC-42D1-EF5A-98BA49CB0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36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/>
              <a:t>Tutorial 8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3/25/2026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10 &amp; HW 7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5361-0282-E0C0-2C49-33137235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079AF7A-3965-B7E2-AE96-E9B8F0B358E3}"/>
              </a:ext>
            </a:extLst>
          </p:cNvPr>
          <p:cNvSpPr txBox="1"/>
          <p:nvPr/>
        </p:nvSpPr>
        <p:spPr>
          <a:xfrm>
            <a:off x="75715" y="75921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Quiz 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74395-334B-3B37-780B-2D5D175A4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4" y="481456"/>
            <a:ext cx="4557246" cy="36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6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ADE1-B6A8-E003-F943-8EE91453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CEBF7-B5EF-2533-C9E4-331BE2812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7282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1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DA52-E9C8-8AE6-F20D-A1EFABDA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D197C-7504-1F32-81F7-DCAE7CD86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8086593" cy="45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0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F510-E93C-8C75-11E9-3CF214B9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C6985D-262A-8B43-5043-CFB194326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0300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3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330A-F2AE-329C-4657-EE2093D3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EFF78D-B51E-A257-F044-64D449FDC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65424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FCB3CC-DD3D-8DB0-D30D-0873ED660E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01" t="6852" r="9563" b="15742"/>
          <a:stretch>
            <a:fillRect/>
          </a:stretch>
        </p:blipFill>
        <p:spPr>
          <a:xfrm>
            <a:off x="5830348" y="2055303"/>
            <a:ext cx="3246540" cy="140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83BF-C980-018D-F7AA-370752BB4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C08972-84F8-E7CF-A29E-44D068060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356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6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2EF0-E67D-0AB4-A479-237B4CEB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F98A4-9895-42C4-1213-225C78E7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901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7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418E9-2646-5546-6690-989100F6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0D4D8-AC11-CC6B-3026-80E86E0C1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74193" cy="37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0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5951</TotalTime>
  <Words>27</Words>
  <Application>Microsoft Office PowerPoint</Application>
  <PresentationFormat>On-screen Show (16:9)</PresentationFormat>
  <Paragraphs>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黑体</vt:lpstr>
      <vt:lpstr>Arial</vt:lpstr>
      <vt:lpstr>Calibri</vt:lpstr>
      <vt:lpstr>Helvetica</vt:lpstr>
      <vt:lpstr>Wingdings</vt:lpstr>
      <vt:lpstr>UTA Accessible Template</vt:lpstr>
      <vt:lpstr>Tutorial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134</cp:revision>
  <dcterms:created xsi:type="dcterms:W3CDTF">2021-08-31T19:16:02Z</dcterms:created>
  <dcterms:modified xsi:type="dcterms:W3CDTF">2026-03-25T22:24:13Z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