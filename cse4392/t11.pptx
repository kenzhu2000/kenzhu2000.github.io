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43" r:id="rId5"/>
    <p:sldId id="382" r:id="rId6"/>
    <p:sldId id="383" r:id="rId7"/>
    <p:sldId id="384" r:id="rId8"/>
    <p:sldId id="287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/>
    <p:restoredTop sz="78087" autoAdjust="0"/>
  </p:normalViewPr>
  <p:slideViewPr>
    <p:cSldViewPr snapToGrid="0" snapToObjects="1">
      <p:cViewPr varScale="1">
        <p:scale>
          <a:sx n="114" d="100"/>
          <a:sy n="114" d="100"/>
        </p:scale>
        <p:origin x="1836" y="96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B8F84-93A6-7D3F-2AF1-5AEBE04E2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8256C-95C8-4ADA-AC80-B8DB79879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3AF78-CB2C-5098-10F0-DCDF7E530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D5859-3556-F127-BF45-5FE53F10A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88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51060-48E1-0105-71A5-229F7BEE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5DFF9-575E-32F8-FDF3-DBBBBE51E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D6B2E-C999-8029-2F7A-8079F2D89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E9BDE-128A-F24A-A482-2EA046FAF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42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BB35E-14E1-6084-0B98-DCCF18719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37465E-A90C-6127-5A01-1103F4247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3173D-D033-1F70-481B-A3D2C59E2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DE65B-3E16-C6C7-597B-F2B94446A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5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77" y="422304"/>
            <a:ext cx="8229600" cy="1758197"/>
          </a:xfrm>
        </p:spPr>
        <p:txBody>
          <a:bodyPr>
            <a:noAutofit/>
          </a:bodyPr>
          <a:lstStyle/>
          <a:p>
            <a:r>
              <a:rPr lang="en-US" sz="3600"/>
              <a:t>Tutorial 11</a:t>
            </a:r>
            <a:endParaRPr lang="en-US" altLang="zh-CN" sz="4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3679700"/>
            <a:ext cx="8229600" cy="933225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4/15/2026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361577" y="2463488"/>
            <a:ext cx="8229600" cy="933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9" fontAlgn="base"/>
            <a:r>
              <a:rPr lang="fr-FR" altLang="zh-CN" sz="2800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14 &amp; HW 10</a:t>
            </a:r>
            <a:endParaRPr lang="en-US" altLang="zh-CN" sz="2800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20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E088-4AD0-8D80-2709-4DEAF639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C897F0-B718-2850-6C77-5B6211090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48" y="0"/>
            <a:ext cx="68499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89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A1E19-D174-7383-1054-3CB2FBAF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671E08-55D4-6764-7E68-545DE444E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39372" cy="235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20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5BDA-02E8-CE75-04DD-AEFF68063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6DF85-F1A8-1D3E-770F-31709C2E3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12919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0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E8C2F9B7856C4FB1B45376C9CA1279" ma:contentTypeVersion="12" ma:contentTypeDescription="Create a new document." ma:contentTypeScope="" ma:versionID="47b510a268ab94799d39988294a018bf">
  <xsd:schema xmlns:xsd="http://www.w3.org/2001/XMLSchema" xmlns:xs="http://www.w3.org/2001/XMLSchema" xmlns:p="http://schemas.microsoft.com/office/2006/metadata/properties" xmlns:ns2="56169281-d10e-4687-8d86-e0ae9795bb4c" xmlns:ns3="d98033a5-711e-4d41-9a92-34dc22feb152" targetNamespace="http://schemas.microsoft.com/office/2006/metadata/properties" ma:root="true" ma:fieldsID="430f78a0ddeb4ad93cb2cb32c7d65c5c" ns2:_="" ns3:_="">
    <xsd:import namespace="56169281-d10e-4687-8d86-e0ae9795bb4c"/>
    <xsd:import namespace="d98033a5-711e-4d41-9a92-34dc22feb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69281-d10e-4687-8d86-e0ae9795bb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033a5-711e-4d41-9a92-34dc22feb15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F4F739-B76C-4907-A1E7-133652B3E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69281-d10e-4687-8d86-e0ae9795bb4c"/>
    <ds:schemaRef ds:uri="d98033a5-711e-4d41-9a92-34dc22feb1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99CAED-701D-44BF-B45E-0631AD0D07E6}">
  <ds:schemaRefs>
    <ds:schemaRef ds:uri="56169281-d10e-4687-8d86-e0ae9795bb4c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98033a5-711e-4d41-9a92-34dc22feb152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Accessible Template</Template>
  <TotalTime>6028</TotalTime>
  <Words>20</Words>
  <Application>Microsoft Office PowerPoint</Application>
  <PresentationFormat>On-screen Show (16:9)</PresentationFormat>
  <Paragraphs>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黑体</vt:lpstr>
      <vt:lpstr>Arial</vt:lpstr>
      <vt:lpstr>Calibri</vt:lpstr>
      <vt:lpstr>Helvetica</vt:lpstr>
      <vt:lpstr>Wingdings</vt:lpstr>
      <vt:lpstr>UTA Accessible Template</vt:lpstr>
      <vt:lpstr>Tutorial 11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Melissa J</dc:creator>
  <cp:lastModifiedBy>Zhang, Weiran</cp:lastModifiedBy>
  <cp:revision>142</cp:revision>
  <dcterms:created xsi:type="dcterms:W3CDTF">2021-08-31T19:16:02Z</dcterms:created>
  <dcterms:modified xsi:type="dcterms:W3CDTF">2026-04-16T01:37:29Z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0x0101006AE8C2F9B7856C4FB1B45376C9CA1279</vt:lpwstr>
  </property>
</Properties>
</file>