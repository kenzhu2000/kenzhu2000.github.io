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43" r:id="rId5"/>
    <p:sldId id="382" r:id="rId6"/>
    <p:sldId id="383" r:id="rId7"/>
    <p:sldId id="384" r:id="rId8"/>
    <p:sldId id="287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/>
    <p:restoredTop sz="78087" autoAdjust="0"/>
  </p:normalViewPr>
  <p:slideViewPr>
    <p:cSldViewPr snapToGrid="0" snapToObjects="1">
      <p:cViewPr varScale="1">
        <p:scale>
          <a:sx n="99" d="100"/>
          <a:sy n="99" d="100"/>
        </p:scale>
        <p:origin x="1692" y="60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B8F84-93A6-7D3F-2AF1-5AEBE04E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8256C-95C8-4ADA-AC80-B8DB79879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3AF78-CB2C-5098-10F0-DCDF7E530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D5859-3556-F127-BF45-5FE53F10A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88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51060-48E1-0105-71A5-229F7BEE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5DFF9-575E-32F8-FDF3-DBBBBE51E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D6B2E-C999-8029-2F7A-8079F2D89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E9BDE-128A-F24A-A482-2EA046FAF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42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BB35E-14E1-6084-0B98-DCCF18719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7465E-A90C-6127-5A01-1103F4247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3173D-D033-1F70-481B-A3D2C59E2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DE65B-3E16-C6C7-597B-F2B94446A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5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7" y="422304"/>
            <a:ext cx="8229600" cy="1758197"/>
          </a:xfrm>
        </p:spPr>
        <p:txBody>
          <a:bodyPr>
            <a:noAutofit/>
          </a:bodyPr>
          <a:lstStyle/>
          <a:p>
            <a:r>
              <a:rPr lang="en-US" sz="3600" dirty="0"/>
              <a:t>Tutorial 12</a:t>
            </a:r>
            <a:endParaRPr lang="en-US" altLang="zh-CN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3679700"/>
            <a:ext cx="8229600" cy="933225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4/22/2026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361577" y="2463488"/>
            <a:ext cx="8229600" cy="933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9" fontAlgn="base"/>
            <a:r>
              <a:rPr lang="fr-FR" altLang="zh-CN" sz="2800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15 &amp; HW 11</a:t>
            </a:r>
            <a:endParaRPr lang="en-US" altLang="zh-CN" sz="2800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20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E088-4AD0-8D80-2709-4DEAF639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535477-EB5A-645A-BEF3-6474B6904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10760" cy="33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8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A1E19-D174-7383-1054-3CB2FBAF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269BD9-7DA4-AA2A-FC26-7CECA1754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10690" cy="351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2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5BDA-02E8-CE75-04DD-AEFF68063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433DE9-8946-282D-E579-2EA5BE904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8616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0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6096</TotalTime>
  <Words>20</Words>
  <Application>Microsoft Office PowerPoint</Application>
  <PresentationFormat>On-screen Show (16:9)</PresentationFormat>
  <Paragraphs>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黑体</vt:lpstr>
      <vt:lpstr>Arial</vt:lpstr>
      <vt:lpstr>Calibri</vt:lpstr>
      <vt:lpstr>Helvetica</vt:lpstr>
      <vt:lpstr>Wingdings</vt:lpstr>
      <vt:lpstr>UTA Accessible Template</vt:lpstr>
      <vt:lpstr>Tutorial 12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Melissa J</dc:creator>
  <cp:lastModifiedBy>Zhang, Weiran</cp:lastModifiedBy>
  <cp:revision>144</cp:revision>
  <dcterms:created xsi:type="dcterms:W3CDTF">2021-08-31T19:16:02Z</dcterms:created>
  <dcterms:modified xsi:type="dcterms:W3CDTF">2026-04-22T20:02:34Z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