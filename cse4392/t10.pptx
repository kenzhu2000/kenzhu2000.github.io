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43" r:id="rId5"/>
    <p:sldId id="382" r:id="rId6"/>
    <p:sldId id="383" r:id="rId7"/>
    <p:sldId id="384" r:id="rId8"/>
    <p:sldId id="385" r:id="rId9"/>
    <p:sldId id="386" r:id="rId10"/>
    <p:sldId id="287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9B570E1-CFFA-F280-BAED-DB325FDF417B}" name="Bridges, Jessica L" initials="BL" userId="S::bridges@uta.edu::7543e851-fc57-4885-b57d-2df771cc2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184"/>
    <a:srgbClr val="00599B"/>
    <a:srgbClr val="80F571"/>
    <a:srgbClr val="13409F"/>
    <a:srgbClr val="CAB447"/>
    <a:srgbClr val="FFE1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40"/>
    <p:restoredTop sz="78087" autoAdjust="0"/>
  </p:normalViewPr>
  <p:slideViewPr>
    <p:cSldViewPr snapToGrid="0" snapToObjects="1">
      <p:cViewPr varScale="1">
        <p:scale>
          <a:sx n="164" d="100"/>
          <a:sy n="164" d="100"/>
        </p:scale>
        <p:origin x="4488" y="132"/>
      </p:cViewPr>
      <p:guideLst/>
    </p:cSldViewPr>
  </p:slideViewPr>
  <p:outlineViewPr>
    <p:cViewPr>
      <p:scale>
        <a:sx n="33" d="100"/>
        <a:sy n="33" d="100"/>
      </p:scale>
      <p:origin x="0" y="-1870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DF0ABC6-AE81-214D-B04B-F13CE22270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823795-EAAB-8C4B-B865-8464BECAB5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FE638-083F-2742-8710-EF25AB6A16C1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ECA2D-985E-8D44-A4FB-51751C64F4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40B2F-FCD1-B940-AFB1-3C0582F35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70D12-813D-3D40-A841-271861A2D0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57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5A097-495F-854B-A9AD-402D045A329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80C5E2-78CD-F746-9BAF-2B89BCAF7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6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8F84-93A6-7D3F-2AF1-5AEBE04E2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8256C-95C8-4ADA-AC80-B8DB79879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3AF78-CB2C-5098-10F0-DCDF7E53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D5859-3556-F127-BF45-5FE53F10A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88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51060-48E1-0105-71A5-229F7BEE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5DFF9-575E-32F8-FDF3-DBBBBE51E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D6B2E-C999-8029-2F7A-8079F2D89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E9BDE-128A-F24A-A482-2EA046FAF7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442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D965-0640-D091-AA57-EDDC7762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6FE25A-6BA0-5F94-997C-33839B1B9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66B313-0D8B-2438-B8B2-D6F8F2AE0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A803E-13CA-C81C-8BD2-8D58F609A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26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BA347-A969-E972-4B5E-6BE32DD4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89B8D-7072-A8B7-A0D5-B0733FB54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95837-DF2D-C5CE-C88A-AB4C1AA22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F9650-0977-90D9-B1CF-AC2D1146F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19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0160C-5DA6-1DDF-F04B-B07576447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6C5E0-0687-0554-696E-B5F52AFE7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92133-6BE2-39B7-E413-D354D93633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FE4F5-AADC-DBD7-8BD2-510842339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659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80C5E2-78CD-F746-9BAF-2B89BCAF7E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78871" y="3562708"/>
            <a:ext cx="5226218" cy="145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5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17502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75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585" y="1466849"/>
            <a:ext cx="8229600" cy="857251"/>
          </a:xfrm>
          <a:noFill/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1585" y="2151475"/>
            <a:ext cx="8229599" cy="430888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90413" y="2633032"/>
            <a:ext cx="4886964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585" y="2741663"/>
            <a:ext cx="4114800" cy="291886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11585" y="3033762"/>
            <a:ext cx="2333625" cy="29099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42520" y="3884341"/>
            <a:ext cx="4581525" cy="1058862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1600" y="2741663"/>
            <a:ext cx="3659188" cy="898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6237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1785462"/>
            <a:ext cx="8229600" cy="857253"/>
          </a:xfrm>
        </p:spPr>
        <p:txBody>
          <a:bodyPr>
            <a:normAutofit/>
          </a:bodyPr>
          <a:lstStyle>
            <a:lvl1pPr>
              <a:defRPr sz="4400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2529642"/>
            <a:ext cx="8229600" cy="679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45287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99"/>
            <a:ext cx="8229600" cy="85725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8375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8229600" cy="3098800"/>
          </a:xfrm>
        </p:spPr>
        <p:txBody>
          <a:bodyPr>
            <a:normAutofit/>
          </a:bodyPr>
          <a:lstStyle>
            <a:lvl1pPr marL="342900" indent="-342900">
              <a:buFont typeface="Wingdings" pitchFamily="2" charset="2"/>
              <a:buChar char="§"/>
              <a:defRPr sz="1600"/>
            </a:lvl1pPr>
            <a:lvl2pPr marL="742950" indent="-285750">
              <a:buFont typeface="Wingdings" pitchFamily="2" charset="2"/>
              <a:buChar char="§"/>
              <a:defRPr sz="1600"/>
            </a:lvl2pPr>
            <a:lvl3pPr marL="1143000" indent="-228600">
              <a:buFont typeface="Wingdings" pitchFamily="2" charset="2"/>
              <a:buChar char="§"/>
              <a:defRPr sz="1600"/>
            </a:lvl3pPr>
            <a:lvl4pPr marL="1600200" indent="-228600">
              <a:buFont typeface="Wingdings" pitchFamily="2" charset="2"/>
              <a:buChar char="§"/>
              <a:defRPr sz="1600"/>
            </a:lvl4pPr>
            <a:lvl5pPr marL="2057400" indent="-228600">
              <a:buFont typeface="Wingdings" pitchFamily="2" charset="2"/>
              <a:buChar char="§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66960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799465"/>
            <a:ext cx="8229600" cy="338456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rgbClr val="00599B"/>
                </a:solidFill>
              </a:defRPr>
            </a:lvl1pPr>
            <a:lvl2pPr marL="457200" indent="0">
              <a:buNone/>
              <a:defRPr sz="2400">
                <a:solidFill>
                  <a:srgbClr val="00599B"/>
                </a:solidFill>
              </a:defRPr>
            </a:lvl2pPr>
            <a:lvl3pPr marL="914400" indent="0">
              <a:buNone/>
              <a:defRPr sz="2400">
                <a:solidFill>
                  <a:srgbClr val="00599B"/>
                </a:solidFill>
              </a:defRPr>
            </a:lvl3pPr>
            <a:lvl4pPr marL="1371600" indent="0">
              <a:buNone/>
              <a:defRPr sz="2400">
                <a:solidFill>
                  <a:srgbClr val="00599B"/>
                </a:solidFill>
              </a:defRPr>
            </a:lvl4pPr>
            <a:lvl5pPr marL="1828800" indent="0">
              <a:buNone/>
              <a:defRPr sz="24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457200" y="1310641"/>
            <a:ext cx="4038600" cy="3098800"/>
          </a:xfrm>
        </p:spPr>
        <p:txBody>
          <a:bodyPr>
            <a:normAutofit/>
          </a:bodyPr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648200" y="1310641"/>
            <a:ext cx="4038600" cy="309880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467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4699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47501" y="1111158"/>
            <a:ext cx="2721430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499" y="2856015"/>
            <a:ext cx="2721431" cy="1668483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2919350" y="1111158"/>
            <a:ext cx="2644240" cy="1744857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2909453" y="2985224"/>
            <a:ext cx="2721431" cy="1971304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08916" y="1117911"/>
            <a:ext cx="2933203" cy="1661730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75267" y="2985224"/>
            <a:ext cx="2952999" cy="1959926"/>
          </a:xfrm>
        </p:spPr>
        <p:txBody>
          <a:bodyPr>
            <a:normAutofit/>
          </a:bodyPr>
          <a:lstStyle>
            <a:lvl1pPr marL="2857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80621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181464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228600" y="285750"/>
            <a:ext cx="8686800" cy="4572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93325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809535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63602"/>
            <a:ext cx="8229600" cy="857250"/>
          </a:xfrm>
        </p:spPr>
        <p:txBody>
          <a:bodyPr>
            <a:normAutofit/>
          </a:bodyPr>
          <a:lstStyle>
            <a:lvl1pPr>
              <a:defRPr sz="3200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45720" y="-34290"/>
            <a:ext cx="9235440" cy="521208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3238597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8415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5" r:id="rId3"/>
    <p:sldLayoutId id="2147483666" r:id="rId4"/>
    <p:sldLayoutId id="2147483654" r:id="rId5"/>
    <p:sldLayoutId id="2147483650" r:id="rId6"/>
    <p:sldLayoutId id="2147483652" r:id="rId7"/>
    <p:sldLayoutId id="2147483664" r:id="rId8"/>
    <p:sldLayoutId id="2147483659" r:id="rId9"/>
    <p:sldLayoutId id="2147483662" r:id="rId10"/>
    <p:sldLayoutId id="2147483660" r:id="rId11"/>
    <p:sldLayoutId id="2147483661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3500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77" y="422304"/>
            <a:ext cx="8229600" cy="1758197"/>
          </a:xfrm>
        </p:spPr>
        <p:txBody>
          <a:bodyPr>
            <a:noAutofit/>
          </a:bodyPr>
          <a:lstStyle/>
          <a:p>
            <a:r>
              <a:rPr lang="en-US" sz="3600" dirty="0"/>
              <a:t>Tutorial 10</a:t>
            </a:r>
            <a:endParaRPr lang="en-US" altLang="zh-CN" sz="40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57200" y="3679700"/>
            <a:ext cx="8229600" cy="933225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4/8/2026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361577" y="2463488"/>
            <a:ext cx="8229600" cy="933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57189" fontAlgn="base"/>
            <a:r>
              <a:rPr lang="fr-FR" altLang="zh-CN" sz="2800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12, 13 &amp; HW 9</a:t>
            </a:r>
            <a:endParaRPr lang="en-US" altLang="zh-CN" sz="2800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209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E088-4AD0-8D80-2709-4DEAF6394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9BACB-38FB-864A-666A-D7DE6736B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3203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4D5492-95C1-F6F1-79F6-5DBAAE498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933" y="2273411"/>
            <a:ext cx="5227041" cy="28700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5608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1E19-D174-7383-1054-3CB2FBAF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979C1F-BA32-87A5-685E-BF052CC33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06503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3DA422-A628-0753-946F-C549170EA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972073"/>
            <a:ext cx="4581404" cy="117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2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077F-3899-B316-03D8-5ABE3472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20B6A4-8813-79B2-652E-F5EA0AB5B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7549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05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5D429-EE3A-FBFD-6F19-49F550894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F9F6E6-726E-3D57-6E4F-7F2B11EBB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22708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9EC9A5-0FA3-16E2-C080-C47CAB0EC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48859"/>
            <a:ext cx="1895238" cy="847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26B24A-ABA2-9859-2097-0E83E6C7A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6206" y="2506001"/>
            <a:ext cx="1600000" cy="7333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B8576F-62A3-F24C-22AB-618A0537C3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462" y="2571750"/>
            <a:ext cx="1933333" cy="752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51A364-A8A5-089C-3978-2CDE8FBEFF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8258" y="3409916"/>
            <a:ext cx="3161905" cy="8571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EFC36C7-AABC-C1B2-8872-1F6C22491A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206" y="4314929"/>
            <a:ext cx="4400000" cy="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5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1018-E119-DC3E-FA8B-5658785C7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01C117-96F5-11C0-C33C-8A1DAC014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89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83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E8C2F9B7856C4FB1B45376C9CA1279" ma:contentTypeVersion="12" ma:contentTypeDescription="Create a new document." ma:contentTypeScope="" ma:versionID="47b510a268ab94799d39988294a018bf">
  <xsd:schema xmlns:xsd="http://www.w3.org/2001/XMLSchema" xmlns:xs="http://www.w3.org/2001/XMLSchema" xmlns:p="http://schemas.microsoft.com/office/2006/metadata/properties" xmlns:ns2="56169281-d10e-4687-8d86-e0ae9795bb4c" xmlns:ns3="d98033a5-711e-4d41-9a92-34dc22feb152" targetNamespace="http://schemas.microsoft.com/office/2006/metadata/properties" ma:root="true" ma:fieldsID="430f78a0ddeb4ad93cb2cb32c7d65c5c" ns2:_="" ns3:_="">
    <xsd:import namespace="56169281-d10e-4687-8d86-e0ae9795bb4c"/>
    <xsd:import namespace="d98033a5-711e-4d41-9a92-34dc22feb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169281-d10e-4687-8d86-e0ae9795bb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8033a5-711e-4d41-9a92-34dc22feb15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87676A-099B-4B53-B66D-C60F83A714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F4F739-B76C-4907-A1E7-133652B3E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169281-d10e-4687-8d86-e0ae9795bb4c"/>
    <ds:schemaRef ds:uri="d98033a5-711e-4d41-9a92-34dc22feb1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99CAED-701D-44BF-B45E-0631AD0D07E6}">
  <ds:schemaRefs>
    <ds:schemaRef ds:uri="56169281-d10e-4687-8d86-e0ae9795bb4c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openxmlformats.org/package/2006/metadata/core-properties"/>
    <ds:schemaRef ds:uri="d98033a5-711e-4d41-9a92-34dc22feb15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UTA Accessible Template</Template>
  <TotalTime>6016</TotalTime>
  <Words>24</Words>
  <Application>Microsoft Office PowerPoint</Application>
  <PresentationFormat>On-screen Show (16:9)</PresentationFormat>
  <Paragraphs>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黑体</vt:lpstr>
      <vt:lpstr>Arial</vt:lpstr>
      <vt:lpstr>Calibri</vt:lpstr>
      <vt:lpstr>Helvetica</vt:lpstr>
      <vt:lpstr>Wingdings</vt:lpstr>
      <vt:lpstr>UTA Accessible Template</vt:lpstr>
      <vt:lpstr>Tutorial 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George, Melissa J</dc:creator>
  <cp:lastModifiedBy>Zhang, Weiran</cp:lastModifiedBy>
  <cp:revision>140</cp:revision>
  <dcterms:created xsi:type="dcterms:W3CDTF">2021-08-31T19:16:02Z</dcterms:created>
  <dcterms:modified xsi:type="dcterms:W3CDTF">2026-04-08T22:36:22Z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0x0101006AE8C2F9B7856C4FB1B45376C9CA1279</vt:lpwstr>
  </property>
</Properties>
</file>