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43" r:id="rId5"/>
    <p:sldId id="372" r:id="rId6"/>
    <p:sldId id="375" r:id="rId7"/>
    <p:sldId id="376" r:id="rId8"/>
    <p:sldId id="378" r:id="rId9"/>
    <p:sldId id="377" r:id="rId10"/>
    <p:sldId id="287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9B570E1-CFFA-F280-BAED-DB325FDF417B}" name="Bridges, Jessica L" initials="BL" userId="S::bridges@uta.edu::7543e851-fc57-4885-b57d-2df771cc28b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2184"/>
    <a:srgbClr val="00599B"/>
    <a:srgbClr val="80F571"/>
    <a:srgbClr val="13409F"/>
    <a:srgbClr val="CAB447"/>
    <a:srgbClr val="FFE1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40"/>
    <p:restoredTop sz="78087" autoAdjust="0"/>
  </p:normalViewPr>
  <p:slideViewPr>
    <p:cSldViewPr snapToGrid="0" snapToObjects="1">
      <p:cViewPr varScale="1">
        <p:scale>
          <a:sx n="164" d="100"/>
          <a:sy n="164" d="100"/>
        </p:scale>
        <p:origin x="4488" y="132"/>
      </p:cViewPr>
      <p:guideLst/>
    </p:cSldViewPr>
  </p:slideViewPr>
  <p:outlineViewPr>
    <p:cViewPr>
      <p:scale>
        <a:sx n="33" d="100"/>
        <a:sy n="33" d="100"/>
      </p:scale>
      <p:origin x="0" y="-1870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312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F0ABC6-AE81-214D-B04B-F13CE22270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823795-EAAB-8C4B-B865-8464BECAB5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FE638-083F-2742-8710-EF25AB6A16C1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BECA2D-985E-8D44-A4FB-51751C64F4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640B2F-FCD1-B940-AFB1-3C0582F356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670D12-813D-3D40-A841-271861A2D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57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5A097-495F-854B-A9AD-402D045A3296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80C5E2-78CD-F746-9BAF-2B89BCAF7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962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7744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27256-8A04-AC9D-308C-886AB2B99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4E9E33-6F24-22CC-C6CC-263AEFEF1E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1E560D-F659-62B8-58B9-B944C7043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85302-0AD3-1526-6DD1-8C37607998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491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65BAF-7124-CCD5-40D0-ECFB3D03F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B9E915-726B-1EE5-ECB6-A261A9C39F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B78A14-F274-FD81-F793-0B0BBDAA9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63A38-06C9-396E-E669-4DAE089C7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750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5D90D-730C-586A-1FF4-E7A07E295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21B722-0F98-3E9C-F46A-666A0C6EC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237C9E-D972-F045-2E97-A01815142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8E4C8-DD33-4F90-0BA1-8571D7C783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380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156EB-A9DE-381D-F44F-BB14BCBA0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983219-25A5-7B24-87AC-64846316CE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4ACDB2-25DA-6AB0-97BA-863E72401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B2C7DE-3F69-2DDB-3A04-631354EBAE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878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1BB3E-1798-5071-4D45-9EEC852C4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5407BF-36F7-080E-298C-0407FD063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E57E7C-61C7-A1ED-F6D8-F40D16225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988DD-9093-3AFA-5DF2-D19013E44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1808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852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TA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031E7C7E-200A-F626-0A3D-92CC978B8D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78871" y="3562708"/>
            <a:ext cx="5226218" cy="145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957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</p:spTree>
    <p:extLst>
      <p:ext uri="{BB962C8B-B14F-4D97-AF65-F5344CB8AC3E}">
        <p14:creationId xmlns:p14="http://schemas.microsoft.com/office/powerpoint/2010/main" val="1750241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42520" y="3884341"/>
            <a:ext cx="4581525" cy="10588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759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42520" y="3884341"/>
            <a:ext cx="4581525" cy="105886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255C03-226B-5FC2-208E-578716830E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1600" y="2741663"/>
            <a:ext cx="3659188" cy="898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6237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457200" y="1785462"/>
            <a:ext cx="8229600" cy="857253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DB257BD6-4D9A-CD45-BCE2-728C5AB620C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2529642"/>
            <a:ext cx="8229600" cy="6794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452877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88B4A6B9-381D-5D40-84AC-41D60C0A0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99"/>
            <a:ext cx="8229600" cy="85725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H2 Subtitle">
            <a:extLst>
              <a:ext uri="{FF2B5EF4-FFF2-40B4-BE49-F238E27FC236}">
                <a16:creationId xmlns:a16="http://schemas.microsoft.com/office/drawing/2014/main" id="{5B196C90-74A6-5E42-A204-A1E0DBCB67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837565"/>
            <a:ext cx="8229600" cy="338456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00599B"/>
                </a:solidFill>
              </a:defRPr>
            </a:lvl1pPr>
            <a:lvl2pPr marL="457200" indent="0">
              <a:buNone/>
              <a:defRPr sz="2400">
                <a:solidFill>
                  <a:srgbClr val="00599B"/>
                </a:solidFill>
              </a:defRPr>
            </a:lvl2pPr>
            <a:lvl3pPr marL="914400" indent="0">
              <a:buNone/>
              <a:defRPr sz="2400">
                <a:solidFill>
                  <a:srgbClr val="00599B"/>
                </a:solidFill>
              </a:defRPr>
            </a:lvl3pPr>
            <a:lvl4pPr marL="1371600" indent="0">
              <a:buNone/>
              <a:defRPr sz="2400">
                <a:solidFill>
                  <a:srgbClr val="00599B"/>
                </a:solidFill>
              </a:defRPr>
            </a:lvl4pPr>
            <a:lvl5pPr marL="1828800" indent="0">
              <a:buNone/>
              <a:defRPr sz="24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Body Content">
            <a:extLst>
              <a:ext uri="{FF2B5EF4-FFF2-40B4-BE49-F238E27FC236}">
                <a16:creationId xmlns:a16="http://schemas.microsoft.com/office/drawing/2014/main" id="{4F275BD8-ECF8-F54B-B4E2-A66F7AB27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310641"/>
            <a:ext cx="8229600" cy="3098800"/>
          </a:xfrm>
        </p:spPr>
        <p:txBody>
          <a:bodyPr>
            <a:normAutofit/>
          </a:bodyPr>
          <a:lstStyle>
            <a:lvl1pPr marL="342900" indent="-342900">
              <a:buFont typeface="Wingdings" pitchFamily="2" charset="2"/>
              <a:buChar char="§"/>
              <a:defRPr sz="1600"/>
            </a:lvl1pPr>
            <a:lvl2pPr marL="742950" indent="-285750">
              <a:buFont typeface="Wingdings" pitchFamily="2" charset="2"/>
              <a:buChar char="§"/>
              <a:defRPr sz="1600"/>
            </a:lvl2pPr>
            <a:lvl3pPr marL="1143000" indent="-228600">
              <a:buFont typeface="Wingdings" pitchFamily="2" charset="2"/>
              <a:buChar char="§"/>
              <a:defRPr sz="1600"/>
            </a:lvl3pPr>
            <a:lvl4pPr marL="1600200" indent="-228600">
              <a:buFont typeface="Wingdings" pitchFamily="2" charset="2"/>
              <a:buChar char="§"/>
              <a:defRPr sz="1600"/>
            </a:lvl4pPr>
            <a:lvl5pPr marL="2057400" indent="-228600">
              <a:buFont typeface="Wingdings" pitchFamily="2" charset="2"/>
              <a:buChar char="§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266960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4699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H2 Subtitle">
            <a:extLst>
              <a:ext uri="{FF2B5EF4-FFF2-40B4-BE49-F238E27FC236}">
                <a16:creationId xmlns:a16="http://schemas.microsoft.com/office/drawing/2014/main" id="{7E449A25-5BA8-A049-892B-A920427B81B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799465"/>
            <a:ext cx="8229600" cy="338456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00599B"/>
                </a:solidFill>
              </a:defRPr>
            </a:lvl1pPr>
            <a:lvl2pPr marL="457200" indent="0">
              <a:buNone/>
              <a:defRPr sz="2400">
                <a:solidFill>
                  <a:srgbClr val="00599B"/>
                </a:solidFill>
              </a:defRPr>
            </a:lvl2pPr>
            <a:lvl3pPr marL="914400" indent="0">
              <a:buNone/>
              <a:defRPr sz="2400">
                <a:solidFill>
                  <a:srgbClr val="00599B"/>
                </a:solidFill>
              </a:defRPr>
            </a:lvl3pPr>
            <a:lvl4pPr marL="1371600" indent="0">
              <a:buNone/>
              <a:defRPr sz="2400">
                <a:solidFill>
                  <a:srgbClr val="00599B"/>
                </a:solidFill>
              </a:defRPr>
            </a:lvl4pPr>
            <a:lvl5pPr marL="1828800" indent="0">
              <a:buNone/>
              <a:defRPr sz="24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Body Content 1"/>
          <p:cNvSpPr>
            <a:spLocks noGrp="1"/>
          </p:cNvSpPr>
          <p:nvPr>
            <p:ph sz="half" idx="1"/>
          </p:nvPr>
        </p:nvSpPr>
        <p:spPr>
          <a:xfrm>
            <a:off x="457200" y="1310641"/>
            <a:ext cx="4038600" cy="3098800"/>
          </a:xfrm>
        </p:spPr>
        <p:txBody>
          <a:bodyPr>
            <a:normAutofit/>
          </a:bodyPr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4648200" y="1310641"/>
            <a:ext cx="4038600" cy="3098800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14677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4699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47501" y="1111158"/>
            <a:ext cx="2721430" cy="1668483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Body Content 2">
            <a:extLst>
              <a:ext uri="{FF2B5EF4-FFF2-40B4-BE49-F238E27FC236}">
                <a16:creationId xmlns:a16="http://schemas.microsoft.com/office/drawing/2014/main" id="{AF760239-E1E4-98A8-BC2A-AD64F71B7E0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499" y="2856015"/>
            <a:ext cx="2721431" cy="1668483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Body Content 2">
            <a:extLst>
              <a:ext uri="{FF2B5EF4-FFF2-40B4-BE49-F238E27FC236}">
                <a16:creationId xmlns:a16="http://schemas.microsoft.com/office/drawing/2014/main" id="{52458702-0A0A-743A-4663-E0EA4FBC4EB5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2919350" y="1111158"/>
            <a:ext cx="2644240" cy="1744857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Body Content 2">
            <a:extLst>
              <a:ext uri="{FF2B5EF4-FFF2-40B4-BE49-F238E27FC236}">
                <a16:creationId xmlns:a16="http://schemas.microsoft.com/office/drawing/2014/main" id="{E7DCE5C4-5A12-8BD9-2E79-6B094F4C1FD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2909453" y="2985224"/>
            <a:ext cx="2721431" cy="1971304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Body Content 2">
            <a:extLst>
              <a:ext uri="{FF2B5EF4-FFF2-40B4-BE49-F238E27FC236}">
                <a16:creationId xmlns:a16="http://schemas.microsoft.com/office/drawing/2014/main" id="{3180402C-B205-3B02-80EC-1389CEFE02F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008916" y="1117911"/>
            <a:ext cx="2933203" cy="1661730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Body Content 2">
            <a:extLst>
              <a:ext uri="{FF2B5EF4-FFF2-40B4-BE49-F238E27FC236}">
                <a16:creationId xmlns:a16="http://schemas.microsoft.com/office/drawing/2014/main" id="{1D0698A4-F993-1339-EDDC-E122275B26E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975267" y="2985224"/>
            <a:ext cx="2952999" cy="1959926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80621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Wide Table">
            <a:extLst>
              <a:ext uri="{FF2B5EF4-FFF2-40B4-BE49-F238E27FC236}">
                <a16:creationId xmlns:a16="http://schemas.microsoft.com/office/drawing/2014/main" id="{A31F2DD0-A818-C246-A801-671F4BC2994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228600" y="285750"/>
            <a:ext cx="8686800" cy="4572000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3181464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Wide Chart">
            <a:extLst>
              <a:ext uri="{FF2B5EF4-FFF2-40B4-BE49-F238E27FC236}">
                <a16:creationId xmlns:a16="http://schemas.microsoft.com/office/drawing/2014/main" id="{21B7D27F-640B-514B-9B11-9D1645F3F49A}"/>
              </a:ext>
            </a:extLst>
          </p:cNvPr>
          <p:cNvSpPr>
            <a:spLocks noGrp="1" noChangeAspect="1"/>
          </p:cNvSpPr>
          <p:nvPr>
            <p:ph type="chart" sz="quarter" idx="11"/>
          </p:nvPr>
        </p:nvSpPr>
        <p:spPr>
          <a:xfrm>
            <a:off x="228600" y="285750"/>
            <a:ext cx="8686800" cy="45720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933253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ull Bleed Photo">
            <a:extLst>
              <a:ext uri="{FF2B5EF4-FFF2-40B4-BE49-F238E27FC236}">
                <a16:creationId xmlns:a16="http://schemas.microsoft.com/office/drawing/2014/main" id="{3D0D2707-18C2-FA48-9C1E-B114D1A3869D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-45720" y="-34290"/>
            <a:ext cx="9235440" cy="521208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809535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ull Bleed Video">
            <a:extLst>
              <a:ext uri="{FF2B5EF4-FFF2-40B4-BE49-F238E27FC236}">
                <a16:creationId xmlns:a16="http://schemas.microsoft.com/office/drawing/2014/main" id="{E64AE5ED-FB71-2940-A0AA-8B776317FAB2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-45720" y="-34290"/>
            <a:ext cx="9235440" cy="5212080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3238597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 Content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84154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5" r:id="rId3"/>
    <p:sldLayoutId id="2147483666" r:id="rId4"/>
    <p:sldLayoutId id="2147483654" r:id="rId5"/>
    <p:sldLayoutId id="2147483650" r:id="rId6"/>
    <p:sldLayoutId id="2147483652" r:id="rId7"/>
    <p:sldLayoutId id="2147483664" r:id="rId8"/>
    <p:sldLayoutId id="2147483659" r:id="rId9"/>
    <p:sldLayoutId id="2147483662" r:id="rId10"/>
    <p:sldLayoutId id="2147483660" r:id="rId11"/>
    <p:sldLayoutId id="2147483661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35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333063-774E-D64F-A41A-85AA488BD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77" y="422304"/>
            <a:ext cx="8229600" cy="1758197"/>
          </a:xfrm>
        </p:spPr>
        <p:txBody>
          <a:bodyPr>
            <a:noAutofit/>
          </a:bodyPr>
          <a:lstStyle/>
          <a:p>
            <a:r>
              <a:rPr lang="en-US" sz="3600"/>
              <a:t>Tutorial 7</a:t>
            </a:r>
            <a:endParaRPr lang="en-US" altLang="zh-CN" sz="40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46EDE5-6FC5-824E-9F44-F022997BFE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3679700"/>
            <a:ext cx="8229600" cy="933225"/>
          </a:xfrm>
        </p:spPr>
        <p:txBody>
          <a:bodyPr>
            <a:normAutofit/>
          </a:bodyPr>
          <a:lstStyle/>
          <a:p>
            <a:pPr fontAlgn="base"/>
            <a:r>
              <a:rPr lang="en-US" altLang="zh-CN" dirty="0"/>
              <a:t>Presenter: Peter​ Zhang</a:t>
            </a:r>
          </a:p>
          <a:p>
            <a:pPr fontAlgn="base"/>
            <a:r>
              <a:rPr lang="en-US" altLang="zh-CN" dirty="0"/>
              <a:t>3/4/2026</a:t>
            </a:r>
          </a:p>
          <a:p>
            <a:endParaRPr lang="en-US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7C796814-B4C7-06C2-94D6-3F9ED29CF958}"/>
              </a:ext>
            </a:extLst>
          </p:cNvPr>
          <p:cNvSpPr txBox="1">
            <a:spLocks/>
          </p:cNvSpPr>
          <p:nvPr/>
        </p:nvSpPr>
        <p:spPr>
          <a:xfrm>
            <a:off x="361577" y="2463488"/>
            <a:ext cx="8229600" cy="933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24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189" fontAlgn="base"/>
            <a:r>
              <a:rPr lang="fr-FR" altLang="zh-CN" sz="2800" b="1" i="1" dirty="0">
                <a:solidFill>
                  <a:prstClr val="white"/>
                </a:solidFill>
                <a:ea typeface="黑体" panose="02010609060101010101" pitchFamily="49" charset="-122"/>
              </a:rPr>
              <a:t>Quiz 9 &amp; HW 6</a:t>
            </a:r>
            <a:endParaRPr lang="en-US" altLang="zh-CN" sz="2800" b="1" i="1" dirty="0">
              <a:solidFill>
                <a:prstClr val="white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2209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55361-0282-E0C0-2C49-331372358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079AF7A-3965-B7E2-AE96-E9B8F0B358E3}"/>
              </a:ext>
            </a:extLst>
          </p:cNvPr>
          <p:cNvSpPr txBox="1"/>
          <p:nvPr/>
        </p:nvSpPr>
        <p:spPr>
          <a:xfrm>
            <a:off x="75715" y="75921"/>
            <a:ext cx="1074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Quiz 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33A348-5672-7B8F-C9BF-7E15A426D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7586"/>
            <a:ext cx="6928206" cy="237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964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9ADE1-B6A8-E003-F943-8EE914530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F99909-FDB3-1C5D-72A8-7DE5C2DB7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674193" cy="139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611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6DA52-E9C8-8AE6-F20D-A1EFABDAD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BA96A5-1F4A-B802-1F36-F8A9834AD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60304" cy="5143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28C646-C7E3-0B41-671D-19AADBC11E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0304" y="3650588"/>
            <a:ext cx="3118010" cy="140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605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8F510-E93C-8C75-11E9-3CF214B93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E98B712-D9F1-56D9-DDA7-3D84BD69F5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053" y="4248079"/>
            <a:ext cx="6348413" cy="671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454B40-BFD8-F7B8-90FA-BEB993D22B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688" y="-26370"/>
            <a:ext cx="4140200" cy="1054100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B32550B4-2FFC-3BA9-C7D5-3C17DD124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4834"/>
            <a:ext cx="9144000" cy="93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22221653-9B3A-E74D-3FEA-DE6CC6A563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6229" y="2043716"/>
            <a:ext cx="3285659" cy="204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638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E330A-F2AE-329C-4657-EE2093D34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5351B1-1CDB-34AE-EB01-491360378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369377" cy="23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124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333063-774E-D64F-A41A-85AA488BD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1854878"/>
      </p:ext>
    </p:extLst>
  </p:cSld>
  <p:clrMapOvr>
    <a:masterClrMapping/>
  </p:clrMapOvr>
</p:sld>
</file>

<file path=ppt/theme/theme1.xml><?xml version="1.0" encoding="utf-8"?>
<a:theme xmlns:a="http://schemas.openxmlformats.org/drawingml/2006/main" name="UTA Accessible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ccessible-PPT.pptx" id="{DC14534C-1046-F040-970C-D4B656BEDF73}" vid="{22719C90-FD2E-C343-B61D-D3EE9148FC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E8C2F9B7856C4FB1B45376C9CA1279" ma:contentTypeVersion="12" ma:contentTypeDescription="Create a new document." ma:contentTypeScope="" ma:versionID="47b510a268ab94799d39988294a018bf">
  <xsd:schema xmlns:xsd="http://www.w3.org/2001/XMLSchema" xmlns:xs="http://www.w3.org/2001/XMLSchema" xmlns:p="http://schemas.microsoft.com/office/2006/metadata/properties" xmlns:ns2="56169281-d10e-4687-8d86-e0ae9795bb4c" xmlns:ns3="d98033a5-711e-4d41-9a92-34dc22feb152" targetNamespace="http://schemas.microsoft.com/office/2006/metadata/properties" ma:root="true" ma:fieldsID="430f78a0ddeb4ad93cb2cb32c7d65c5c" ns2:_="" ns3:_="">
    <xsd:import namespace="56169281-d10e-4687-8d86-e0ae9795bb4c"/>
    <xsd:import namespace="d98033a5-711e-4d41-9a92-34dc22feb1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169281-d10e-4687-8d86-e0ae9795bb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8033a5-711e-4d41-9a92-34dc22feb15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987676A-099B-4B53-B66D-C60F83A714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99CAED-701D-44BF-B45E-0631AD0D07E6}">
  <ds:schemaRefs>
    <ds:schemaRef ds:uri="56169281-d10e-4687-8d86-e0ae9795bb4c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www.w3.org/XML/1998/namespace"/>
    <ds:schemaRef ds:uri="http://purl.org/dc/dcmitype/"/>
    <ds:schemaRef ds:uri="http://schemas.openxmlformats.org/package/2006/metadata/core-properties"/>
    <ds:schemaRef ds:uri="d98033a5-711e-4d41-9a92-34dc22feb152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DAF4F739-B76C-4907-A1E7-133652B3E2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6169281-d10e-4687-8d86-e0ae9795bb4c"/>
    <ds:schemaRef ds:uri="d98033a5-711e-4d41-9a92-34dc22feb1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UTA Accessible Template</Template>
  <TotalTime>5673</TotalTime>
  <Words>24</Words>
  <Application>Microsoft Office PowerPoint</Application>
  <PresentationFormat>On-screen Show (16:9)</PresentationFormat>
  <Paragraphs>13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黑体</vt:lpstr>
      <vt:lpstr>Arial</vt:lpstr>
      <vt:lpstr>Calibri</vt:lpstr>
      <vt:lpstr>Helvetica</vt:lpstr>
      <vt:lpstr>Wingdings</vt:lpstr>
      <vt:lpstr>UTA Accessible Template</vt:lpstr>
      <vt:lpstr>Tutorial 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George, Melissa J</dc:creator>
  <cp:lastModifiedBy>Zhang, Weiran</cp:lastModifiedBy>
  <cp:revision>126</cp:revision>
  <dcterms:created xsi:type="dcterms:W3CDTF">2021-08-31T19:16:02Z</dcterms:created>
  <dcterms:modified xsi:type="dcterms:W3CDTF">2026-03-05T01:31:44Z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0x0101006AE8C2F9B7856C4FB1B45376C9CA1279</vt:lpwstr>
  </property>
</Properties>
</file>