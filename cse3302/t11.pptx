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5" r:id="rId2"/>
    <p:sldId id="357" r:id="rId3"/>
    <p:sldId id="358" r:id="rId4"/>
    <p:sldId id="359" r:id="rId5"/>
    <p:sldId id="361" r:id="rId6"/>
    <p:sldId id="362" r:id="rId7"/>
    <p:sldId id="366" r:id="rId8"/>
    <p:sldId id="363" r:id="rId9"/>
    <p:sldId id="364" r:id="rId10"/>
    <p:sldId id="365" r:id="rId11"/>
    <p:sldId id="367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81921" autoAdjust="0"/>
  </p:normalViewPr>
  <p:slideViewPr>
    <p:cSldViewPr snapToGrid="0">
      <p:cViewPr varScale="1">
        <p:scale>
          <a:sx n="130" d="100"/>
          <a:sy n="130" d="100"/>
        </p:scale>
        <p:origin x="38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7BB0-077F-D10F-EC57-35E30B2D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2FF1-88C4-CB8B-434E-A9B3E079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D8BBB-A6BF-A5B1-1909-A8C14F1D0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0062-B18B-4B98-14A5-403497FDD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87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2D81-6A5E-AE1F-97E1-2242FE18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1A60B-FA3B-BD37-FD4D-43F259421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E2770-FDE1-738D-CFF0-0FD994440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2361-FC6B-53B1-96B1-3C04567D3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683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723E-B9F4-6D0B-F33A-25FC2ACF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57D37-D629-0695-4361-97D87B92E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13882-E617-D4BE-7FDD-0A1E4DE6C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48539-7367-9BD7-6E19-07A87C2C0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045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6357-F492-3A10-22C2-FBF435AB6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1D4FC-88D2-DD66-33F4-34A427DD3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7837C-7168-0A16-D641-E80396A1D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3C0A4-B4EE-DC5F-449B-FDBE62024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3629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6AF0-4DFA-DEC9-3531-31FE4188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8203B-327A-E991-08AE-25AB6E3DE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6E36A-43A9-3933-1288-A3CC139D7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750AB-DA06-40A1-A780-8C06BF515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798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A20A-8E22-9BE9-48FE-70CECA43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BDCFC-6435-3028-51F3-A052E8E40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01E3E-EA0A-ACCC-9FAA-31C23B278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9BFC7-84C9-F254-8C33-E16BBF7A7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424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FD0C8-3C1D-AF4B-D08A-0D5DDBA3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B6221-16CF-C0C9-391C-1CC97FE99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10446-7843-F863-BF39-67C000EB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C2FEE-C49E-F0E0-48AE-E60AA34A7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810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394E-41EB-DD6A-BDA9-B1ADC0AE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FA0B8-1124-43DE-AAF7-8ECD1F20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264DB-D86A-8C89-A989-582178E5A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2A757-1353-ECF9-B471-0BAF128F3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747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9474-3DDC-1C7C-276B-AD7F7E47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BD512-0A73-DAB0-78A7-4073FD19D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E271B-40AC-30D7-605E-DBE505395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C7DC7-EE46-864A-B140-D30BDEAF2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256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A12EF-2561-70D3-D5D2-F61ED4A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9B374-959E-03BA-F868-51D226B1A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59282-A9D2-6365-F171-A96E04FDD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F02AB-68C2-7337-372A-ECDFA16A3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069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11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4/1/2026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14,15 &amp; HW 9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A7C9-6F09-1F6A-65D0-5556C046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0F8025-5622-A0B8-34AB-2FEC4E52131B}"/>
              </a:ext>
            </a:extLst>
          </p:cNvPr>
          <p:cNvSpPr txBox="1"/>
          <p:nvPr/>
        </p:nvSpPr>
        <p:spPr>
          <a:xfrm>
            <a:off x="0" y="0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CADB2-D241-2B7B-6704-D41A6B3CA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7552381" cy="5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5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4F2C-62F6-673D-6AEB-4987E8AF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8F7A3C-8CEE-1EDA-2098-61403317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114286" cy="5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7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9F49-4EB4-BEA3-7FCE-F77DB4B8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5A9888-053F-D3BE-ACE7-2BC7F97B5808}"/>
              </a:ext>
            </a:extLst>
          </p:cNvPr>
          <p:cNvSpPr txBox="1"/>
          <p:nvPr/>
        </p:nvSpPr>
        <p:spPr>
          <a:xfrm>
            <a:off x="0" y="0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4B165-0B56-BD02-227F-7B39D36C9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8180952" cy="5504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617CE0-B698-20DE-2AC8-82E89A48A8CE}"/>
              </a:ext>
            </a:extLst>
          </p:cNvPr>
          <p:cNvSpPr txBox="1"/>
          <p:nvPr/>
        </p:nvSpPr>
        <p:spPr>
          <a:xfrm>
            <a:off x="8907425" y="3520781"/>
            <a:ext cx="2862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S(a)=b, S(b)=a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29D1A-E581-31DA-9563-7E5AB7D66D79}"/>
              </a:ext>
            </a:extLst>
          </p:cNvPr>
          <p:cNvSpPr txBox="1"/>
          <p:nvPr/>
        </p:nvSpPr>
        <p:spPr>
          <a:xfrm>
            <a:off x="8234030" y="4403008"/>
            <a:ext cx="3957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ym typeface="Symbol" charset="0"/>
              </a:rPr>
              <a:t>in S(a) = s, s doesn’t contain any type variables that is in </a:t>
            </a:r>
            <a:r>
              <a:rPr lang="en-US" b="1" dirty="0" err="1">
                <a:sym typeface="Symbol" charset="0"/>
              </a:rPr>
              <a:t>dom</a:t>
            </a:r>
            <a:r>
              <a:rPr lang="en-US" b="1" dirty="0">
                <a:sym typeface="Symbol" charset="0"/>
              </a:rPr>
              <a:t>(S).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965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8C6F1-7CD5-C075-8993-FFA4F2C3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FC7B9-5340-783B-D59F-063A39C68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42791" cy="389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9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5554-AEC8-87DC-F434-7E0ACAB1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A3546A-6EBA-4FA8-2FDD-8CB20453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556870" cy="21317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4BF2D1B-A3DE-F549-656C-5670264D1553}"/>
              </a:ext>
            </a:extLst>
          </p:cNvPr>
          <p:cNvGrpSpPr/>
          <p:nvPr/>
        </p:nvGrpSpPr>
        <p:grpSpPr>
          <a:xfrm>
            <a:off x="0" y="2748452"/>
            <a:ext cx="8074626" cy="2630584"/>
            <a:chOff x="1320800" y="2520950"/>
            <a:chExt cx="7289800" cy="23749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F2CABF-9634-4F31-A0BA-46C79095F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0800" y="2520950"/>
              <a:ext cx="7289800" cy="18161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301787C-0CDB-5630-71DD-4B493F8AE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0800" y="4337050"/>
              <a:ext cx="7289800" cy="558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155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213D-9595-F46C-2690-3F89ECD8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85AF30-F965-6A11-F79D-8A5A95E80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96025"/>
            <a:ext cx="10289880" cy="1404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1F078A-6582-50A4-8A26-9A9216EC5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121568" cy="326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0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5788C-3D72-2DD2-7028-2AA356B4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B8F52-1719-2626-604B-E349613E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292015" cy="1669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6A12EB-E3C0-E322-4C25-618C606AB5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676"/>
          <a:stretch>
            <a:fillRect/>
          </a:stretch>
        </p:blipFill>
        <p:spPr>
          <a:xfrm>
            <a:off x="0" y="3625703"/>
            <a:ext cx="9542857" cy="187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2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4D26-4B9C-A18A-7477-105F8C1A6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6559F-160B-E6A5-03C5-0F94BC2BF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982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9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6C7E-B64E-FEF7-7F83-74A2C8BF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D6066-D537-81BE-C6F5-9000FA38C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04762" cy="5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1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2FC20-3280-8CFE-EF97-04C2C4D4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CE4489-2CE7-8B70-2FCA-52F574A4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328"/>
            <a:ext cx="10314286" cy="5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1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</TotalTime>
  <Words>63</Words>
  <Application>Microsoft Office PowerPoint</Application>
  <PresentationFormat>Widescreen</PresentationFormat>
  <Paragraphs>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黑体</vt:lpstr>
      <vt:lpstr>Aptos</vt:lpstr>
      <vt:lpstr>Arial</vt:lpstr>
      <vt:lpstr>Calibri</vt:lpstr>
      <vt:lpstr>Helvetica</vt:lpstr>
      <vt:lpstr>Symbol</vt:lpstr>
      <vt:lpstr>Wingdings</vt:lpstr>
      <vt:lpstr>UTA Accessible Template</vt:lpstr>
      <vt:lpstr>Tutorial 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86</cp:revision>
  <dcterms:created xsi:type="dcterms:W3CDTF">2026-01-19T23:51:43Z</dcterms:created>
  <dcterms:modified xsi:type="dcterms:W3CDTF">2026-04-01T22:10:11Z</dcterms:modified>
</cp:coreProperties>
</file>