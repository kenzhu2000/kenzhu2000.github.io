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75" r:id="rId2"/>
    <p:sldId id="322" r:id="rId3"/>
    <p:sldId id="357" r:id="rId4"/>
    <p:sldId id="281" r:id="rId5"/>
    <p:sldId id="377" r:id="rId6"/>
    <p:sldId id="369" r:id="rId7"/>
    <p:sldId id="372" r:id="rId8"/>
    <p:sldId id="373" r:id="rId9"/>
    <p:sldId id="374" r:id="rId10"/>
    <p:sldId id="375" r:id="rId11"/>
    <p:sldId id="376" r:id="rId12"/>
    <p:sldId id="28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15" autoAdjust="0"/>
    <p:restoredTop sz="81921" autoAdjust="0"/>
  </p:normalViewPr>
  <p:slideViewPr>
    <p:cSldViewPr snapToGrid="0">
      <p:cViewPr varScale="1">
        <p:scale>
          <a:sx n="130" d="100"/>
          <a:sy n="130" d="100"/>
        </p:scale>
        <p:origin x="381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142834-A923-415F-BF9C-1B2F00B6F7DD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EA8166-61D3-44AA-A36C-C4C8A9BB49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840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77443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56FC7-7B57-9B34-0849-C63EFD745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86A493-5B8F-B9CD-9EE4-713326D268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32D1DF-D2CD-F0BF-62DF-8107F92439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499663-8861-F76C-865E-A2D41C6D02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42420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97BB0-077F-D10F-EC57-35E30B2D2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BE2FF1-88C4-CB8B-434E-A9B3E079F7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ED8BBB-A6BF-A5B1-1909-A8C14F1D02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ED0062-B18B-4B98-14A5-403497FDD8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08706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7CE97-1D22-57EE-3335-35643B59A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4BA757-47D9-DDED-65FF-6BD8F9E706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B39540-70D4-E3C1-4843-E72A590069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u="non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77BC03-9EF1-9E50-633A-D421E3637D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23548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6A677-E523-E49C-B75C-ED4376751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3243FB-643D-9DAF-1F23-1878983D13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05A7C2-BFA9-FE1C-A300-FF83AA7B12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EFBCB6-7661-B58A-0B7C-F49354E477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60027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02D7C-43D6-CE86-DC02-5B7806F24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C5C595-798B-7480-629C-857720784C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9E1BA8-3081-57EA-46D3-1BC9E6320E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u="non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9E6607-6AD0-2F34-337D-E8A9FE6587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56764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88FBA-06DE-17FD-2594-A45A75785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255DFA-9EE1-21AF-473A-22362679CA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484971-1A18-2C02-6AB4-3301BCFEDC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u="non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3216B-6F4C-8015-DA9F-993B56FCA2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20725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EAC8F-4649-F7C4-04B0-0703C8FB9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0EB45D-7D16-1A5E-7A5D-0000D71F61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C72364-378F-D18E-46E9-BAAF0F66AA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u="non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7DF946-C75D-D911-9735-2A8CB144F8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66324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69F9E-1856-B4C0-FB56-FA31ABAAB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7F105C-6A47-4E9F-B694-071AB8D524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967273-E222-7F42-C74E-F113871735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u="non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180BC5-8225-DCF6-DE7E-3130CDF6CB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81035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1B558-BEB0-127E-EB3C-C430B5EB6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CD4173-CBD7-92F9-57B6-F1685BBA8E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BE8EF8-68DD-BC17-FC09-AB2BDF1BAA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u="non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FF2B01-70B6-5568-9D0F-6215CBB609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77648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3852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TA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5447" y="1955800"/>
            <a:ext cx="10972800" cy="1143001"/>
          </a:xfrm>
          <a:noFill/>
        </p:spPr>
        <p:txBody>
          <a:bodyPr>
            <a:normAutofit/>
          </a:bodyPr>
          <a:lstStyle>
            <a:lvl1pPr algn="l">
              <a:defRPr sz="5333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15447" y="2868634"/>
            <a:ext cx="10972799" cy="574517"/>
          </a:xfrm>
        </p:spPr>
        <p:txBody>
          <a:bodyPr/>
          <a:lstStyle>
            <a:lvl1pPr marL="0" indent="0">
              <a:buNone/>
              <a:defRPr sz="2667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20551" y="3510709"/>
            <a:ext cx="6515952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5447" y="3655551"/>
            <a:ext cx="5486400" cy="389181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15447" y="4045017"/>
            <a:ext cx="3111500" cy="387996"/>
          </a:xfrm>
        </p:spPr>
        <p:txBody>
          <a:bodyPr>
            <a:normAutofit/>
          </a:bodyPr>
          <a:lstStyle>
            <a:lvl1pPr marL="0" indent="0">
              <a:buNone/>
              <a:defRPr sz="18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031E7C7E-200A-F626-0A3D-92CC978B8D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638495" y="4750278"/>
            <a:ext cx="6968291" cy="1941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479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 Signatur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5447" y="1955800"/>
            <a:ext cx="10972800" cy="1143001"/>
          </a:xfrm>
          <a:noFill/>
        </p:spPr>
        <p:txBody>
          <a:bodyPr>
            <a:normAutofit/>
          </a:bodyPr>
          <a:lstStyle>
            <a:lvl1pPr algn="l">
              <a:defRPr sz="5333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15447" y="2868634"/>
            <a:ext cx="10972799" cy="574517"/>
          </a:xfrm>
        </p:spPr>
        <p:txBody>
          <a:bodyPr/>
          <a:lstStyle>
            <a:lvl1pPr marL="0" indent="0">
              <a:buNone/>
              <a:defRPr sz="2667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20551" y="3510709"/>
            <a:ext cx="6515952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5447" y="3655551"/>
            <a:ext cx="5486400" cy="389181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15447" y="4045017"/>
            <a:ext cx="3111500" cy="387996"/>
          </a:xfrm>
        </p:spPr>
        <p:txBody>
          <a:bodyPr>
            <a:normAutofit/>
          </a:bodyPr>
          <a:lstStyle>
            <a:lvl1pPr marL="0" indent="0">
              <a:buNone/>
              <a:defRPr sz="18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</p:spTree>
    <p:extLst>
      <p:ext uri="{BB962C8B-B14F-4D97-AF65-F5344CB8AC3E}">
        <p14:creationId xmlns:p14="http://schemas.microsoft.com/office/powerpoint/2010/main" val="40437679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lt Signatur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5447" y="1955800"/>
            <a:ext cx="10972800" cy="1143001"/>
          </a:xfrm>
          <a:noFill/>
        </p:spPr>
        <p:txBody>
          <a:bodyPr>
            <a:normAutofit/>
          </a:bodyPr>
          <a:lstStyle>
            <a:lvl1pPr algn="l">
              <a:defRPr sz="5333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15447" y="2868634"/>
            <a:ext cx="10972799" cy="574517"/>
          </a:xfrm>
        </p:spPr>
        <p:txBody>
          <a:bodyPr/>
          <a:lstStyle>
            <a:lvl1pPr marL="0" indent="0">
              <a:buNone/>
              <a:defRPr sz="2667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20551" y="3510709"/>
            <a:ext cx="6515952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5447" y="3655551"/>
            <a:ext cx="5486400" cy="389181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15447" y="4045017"/>
            <a:ext cx="3111500" cy="387996"/>
          </a:xfrm>
        </p:spPr>
        <p:txBody>
          <a:bodyPr>
            <a:normAutofit/>
          </a:bodyPr>
          <a:lstStyle>
            <a:lvl1pPr marL="0" indent="0">
              <a:buNone/>
              <a:defRPr sz="18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516F1EA-8163-2F90-809C-BB51A31AB5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56694" y="5179121"/>
            <a:ext cx="6108700" cy="1411816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686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lt Signatur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5447" y="1955800"/>
            <a:ext cx="10972800" cy="1143001"/>
          </a:xfrm>
          <a:noFill/>
        </p:spPr>
        <p:txBody>
          <a:bodyPr>
            <a:normAutofit/>
          </a:bodyPr>
          <a:lstStyle>
            <a:lvl1pPr algn="l">
              <a:defRPr sz="5333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15447" y="2868634"/>
            <a:ext cx="10972799" cy="574517"/>
          </a:xfrm>
        </p:spPr>
        <p:txBody>
          <a:bodyPr/>
          <a:lstStyle>
            <a:lvl1pPr marL="0" indent="0">
              <a:buNone/>
              <a:defRPr sz="2667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20551" y="3510709"/>
            <a:ext cx="6515952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5447" y="3655551"/>
            <a:ext cx="5486400" cy="389181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15447" y="4045017"/>
            <a:ext cx="3111500" cy="387996"/>
          </a:xfrm>
        </p:spPr>
        <p:txBody>
          <a:bodyPr>
            <a:normAutofit/>
          </a:bodyPr>
          <a:lstStyle>
            <a:lvl1pPr marL="0" indent="0">
              <a:buNone/>
              <a:defRPr sz="18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516F1EA-8163-2F90-809C-BB51A31AB5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56694" y="5179121"/>
            <a:ext cx="6108700" cy="1411816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255C03-226B-5FC2-208E-578716830E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08800" y="3655551"/>
            <a:ext cx="4878917" cy="11979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70552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/>
          <p:cNvSpPr>
            <a:spLocks noGrp="1"/>
          </p:cNvSpPr>
          <p:nvPr>
            <p:ph type="title"/>
          </p:nvPr>
        </p:nvSpPr>
        <p:spPr>
          <a:xfrm>
            <a:off x="609600" y="2380617"/>
            <a:ext cx="10972800" cy="1143004"/>
          </a:xfrm>
        </p:spPr>
        <p:txBody>
          <a:bodyPr>
            <a:normAutofit/>
          </a:bodyPr>
          <a:lstStyle>
            <a:lvl1pPr>
              <a:defRPr sz="5867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DB257BD6-4D9A-CD45-BCE2-728C5AB620C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" y="3372856"/>
            <a:ext cx="10972800" cy="905933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527222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88B4A6B9-381D-5D40-84AC-41D60C0A0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18665"/>
            <a:ext cx="10972800" cy="1143000"/>
          </a:xfrm>
        </p:spPr>
        <p:txBody>
          <a:bodyPr>
            <a:normAutofit/>
          </a:bodyPr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H2 Subtitle">
            <a:extLst>
              <a:ext uri="{FF2B5EF4-FFF2-40B4-BE49-F238E27FC236}">
                <a16:creationId xmlns:a16="http://schemas.microsoft.com/office/drawing/2014/main" id="{5B196C90-74A6-5E42-A204-A1E0DBCB679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" y="1116753"/>
            <a:ext cx="10972800" cy="451275"/>
          </a:xfrm>
        </p:spPr>
        <p:txBody>
          <a:bodyPr>
            <a:noAutofit/>
          </a:bodyPr>
          <a:lstStyle>
            <a:lvl1pPr marL="0" indent="0" algn="ctr">
              <a:buNone/>
              <a:defRPr sz="2667">
                <a:solidFill>
                  <a:srgbClr val="00599B"/>
                </a:solidFill>
              </a:defRPr>
            </a:lvl1pPr>
            <a:lvl2pPr marL="609585" indent="0">
              <a:buNone/>
              <a:defRPr sz="3200">
                <a:solidFill>
                  <a:srgbClr val="00599B"/>
                </a:solidFill>
              </a:defRPr>
            </a:lvl2pPr>
            <a:lvl3pPr marL="1219170" indent="0">
              <a:buNone/>
              <a:defRPr sz="3200">
                <a:solidFill>
                  <a:srgbClr val="00599B"/>
                </a:solidFill>
              </a:defRPr>
            </a:lvl3pPr>
            <a:lvl4pPr marL="1828754" indent="0">
              <a:buNone/>
              <a:defRPr sz="3200">
                <a:solidFill>
                  <a:srgbClr val="00599B"/>
                </a:solidFill>
              </a:defRPr>
            </a:lvl4pPr>
            <a:lvl5pPr marL="2438339" indent="0">
              <a:buNone/>
              <a:defRPr sz="3200">
                <a:solidFill>
                  <a:srgbClr val="00599B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Body Content">
            <a:extLst>
              <a:ext uri="{FF2B5EF4-FFF2-40B4-BE49-F238E27FC236}">
                <a16:creationId xmlns:a16="http://schemas.microsoft.com/office/drawing/2014/main" id="{4F275BD8-ECF8-F54B-B4E2-A66F7AB27D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47522"/>
            <a:ext cx="10972800" cy="4131733"/>
          </a:xfrm>
        </p:spPr>
        <p:txBody>
          <a:bodyPr>
            <a:normAutofit/>
          </a:bodyPr>
          <a:lstStyle>
            <a:lvl1pPr marL="457189" indent="-457189">
              <a:buFont typeface="Wingdings" pitchFamily="2" charset="2"/>
              <a:buChar char="§"/>
              <a:defRPr sz="2133"/>
            </a:lvl1pPr>
            <a:lvl2pPr marL="990575" indent="-380990">
              <a:buFont typeface="Wingdings" pitchFamily="2" charset="2"/>
              <a:buChar char="§"/>
              <a:defRPr sz="2133"/>
            </a:lvl2pPr>
            <a:lvl3pPr marL="1523962" indent="-304792">
              <a:buFont typeface="Wingdings" pitchFamily="2" charset="2"/>
              <a:buChar char="§"/>
              <a:defRPr sz="2133"/>
            </a:lvl3pPr>
            <a:lvl4pPr marL="2133547" indent="-304792">
              <a:buFont typeface="Wingdings" pitchFamily="2" charset="2"/>
              <a:buChar char="§"/>
              <a:defRPr sz="2133"/>
            </a:lvl4pPr>
            <a:lvl5pPr marL="2743131" indent="-304792">
              <a:buFont typeface="Wingdings" pitchFamily="2" charset="2"/>
              <a:buChar char="§"/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166147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1 Title">
            <a:extLst>
              <a:ext uri="{FF2B5EF4-FFF2-40B4-BE49-F238E27FC236}">
                <a16:creationId xmlns:a16="http://schemas.microsoft.com/office/drawing/2014/main" id="{32D9C8E5-1CF3-6F45-9C03-04506B4E5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6265"/>
            <a:ext cx="10972800" cy="1143000"/>
          </a:xfrm>
        </p:spPr>
        <p:txBody>
          <a:bodyPr>
            <a:normAutofit/>
          </a:bodyPr>
          <a:lstStyle>
            <a:lvl1pPr>
              <a:defRPr sz="4267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H2 Subtitle">
            <a:extLst>
              <a:ext uri="{FF2B5EF4-FFF2-40B4-BE49-F238E27FC236}">
                <a16:creationId xmlns:a16="http://schemas.microsoft.com/office/drawing/2014/main" id="{7E449A25-5BA8-A049-892B-A920427B81B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" y="1065953"/>
            <a:ext cx="10972800" cy="451275"/>
          </a:xfrm>
        </p:spPr>
        <p:txBody>
          <a:bodyPr>
            <a:noAutofit/>
          </a:bodyPr>
          <a:lstStyle>
            <a:lvl1pPr marL="0" indent="0" algn="ctr">
              <a:buNone/>
              <a:defRPr sz="2667">
                <a:solidFill>
                  <a:srgbClr val="00599B"/>
                </a:solidFill>
              </a:defRPr>
            </a:lvl1pPr>
            <a:lvl2pPr marL="609585" indent="0">
              <a:buNone/>
              <a:defRPr sz="3200">
                <a:solidFill>
                  <a:srgbClr val="00599B"/>
                </a:solidFill>
              </a:defRPr>
            </a:lvl2pPr>
            <a:lvl3pPr marL="1219170" indent="0">
              <a:buNone/>
              <a:defRPr sz="3200">
                <a:solidFill>
                  <a:srgbClr val="00599B"/>
                </a:solidFill>
              </a:defRPr>
            </a:lvl3pPr>
            <a:lvl4pPr marL="1828754" indent="0">
              <a:buNone/>
              <a:defRPr sz="3200">
                <a:solidFill>
                  <a:srgbClr val="00599B"/>
                </a:solidFill>
              </a:defRPr>
            </a:lvl4pPr>
            <a:lvl5pPr marL="2438339" indent="0">
              <a:buNone/>
              <a:defRPr sz="3200">
                <a:solidFill>
                  <a:srgbClr val="00599B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Body Content 1"/>
          <p:cNvSpPr>
            <a:spLocks noGrp="1"/>
          </p:cNvSpPr>
          <p:nvPr>
            <p:ph sz="half" idx="1"/>
          </p:nvPr>
        </p:nvSpPr>
        <p:spPr>
          <a:xfrm>
            <a:off x="609600" y="1747522"/>
            <a:ext cx="5384800" cy="4131733"/>
          </a:xfrm>
        </p:spPr>
        <p:txBody>
          <a:bodyPr>
            <a:normAutofit/>
          </a:bodyPr>
          <a:lstStyle>
            <a:lvl1pPr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133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Body Content 2"/>
          <p:cNvSpPr>
            <a:spLocks noGrp="1"/>
          </p:cNvSpPr>
          <p:nvPr>
            <p:ph sz="half" idx="2"/>
          </p:nvPr>
        </p:nvSpPr>
        <p:spPr>
          <a:xfrm>
            <a:off x="6197600" y="1747522"/>
            <a:ext cx="5384800" cy="4131733"/>
          </a:xfrm>
        </p:spPr>
        <p:txBody>
          <a:bodyPr>
            <a:normAutofit/>
          </a:bodyPr>
          <a:lstStyle>
            <a:lvl1pPr marL="380990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90575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523962" indent="-304792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133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896634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1 Title">
            <a:extLst>
              <a:ext uri="{FF2B5EF4-FFF2-40B4-BE49-F238E27FC236}">
                <a16:creationId xmlns:a16="http://schemas.microsoft.com/office/drawing/2014/main" id="{32D9C8E5-1CF3-6F45-9C03-04506B4E5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6265"/>
            <a:ext cx="10972800" cy="1143000"/>
          </a:xfrm>
        </p:spPr>
        <p:txBody>
          <a:bodyPr>
            <a:normAutofit/>
          </a:bodyPr>
          <a:lstStyle>
            <a:lvl1pPr>
              <a:defRPr sz="4267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Body Content 2"/>
          <p:cNvSpPr>
            <a:spLocks noGrp="1"/>
          </p:cNvSpPr>
          <p:nvPr>
            <p:ph sz="half" idx="2"/>
          </p:nvPr>
        </p:nvSpPr>
        <p:spPr>
          <a:xfrm>
            <a:off x="63335" y="1481545"/>
            <a:ext cx="3628573" cy="2224644"/>
          </a:xfrm>
        </p:spPr>
        <p:txBody>
          <a:bodyPr>
            <a:normAutofit/>
          </a:bodyPr>
          <a:lstStyle>
            <a:lvl1pPr marL="380990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90575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523962" indent="-304792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133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Body Content 2">
            <a:extLst>
              <a:ext uri="{FF2B5EF4-FFF2-40B4-BE49-F238E27FC236}">
                <a16:creationId xmlns:a16="http://schemas.microsoft.com/office/drawing/2014/main" id="{AF760239-E1E4-98A8-BC2A-AD64F71B7E0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3333" y="3808021"/>
            <a:ext cx="3628575" cy="2224644"/>
          </a:xfrm>
        </p:spPr>
        <p:txBody>
          <a:bodyPr>
            <a:normAutofit/>
          </a:bodyPr>
          <a:lstStyle>
            <a:lvl1pPr marL="380990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90575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523962" indent="-304792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133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Body Content 2">
            <a:extLst>
              <a:ext uri="{FF2B5EF4-FFF2-40B4-BE49-F238E27FC236}">
                <a16:creationId xmlns:a16="http://schemas.microsoft.com/office/drawing/2014/main" id="{52458702-0A0A-743A-4663-E0EA4FBC4EB5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3892467" y="1481545"/>
            <a:ext cx="3525653" cy="2326476"/>
          </a:xfrm>
        </p:spPr>
        <p:txBody>
          <a:bodyPr>
            <a:normAutofit/>
          </a:bodyPr>
          <a:lstStyle>
            <a:lvl1pPr marL="380990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90575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523962" indent="-304792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133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Body Content 2">
            <a:extLst>
              <a:ext uri="{FF2B5EF4-FFF2-40B4-BE49-F238E27FC236}">
                <a16:creationId xmlns:a16="http://schemas.microsoft.com/office/drawing/2014/main" id="{E7DCE5C4-5A12-8BD9-2E79-6B094F4C1FDC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3879271" y="3980299"/>
            <a:ext cx="3628575" cy="2628405"/>
          </a:xfrm>
        </p:spPr>
        <p:txBody>
          <a:bodyPr>
            <a:normAutofit/>
          </a:bodyPr>
          <a:lstStyle>
            <a:lvl1pPr marL="380990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90575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523962" indent="-304792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133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Body Content 2">
            <a:extLst>
              <a:ext uri="{FF2B5EF4-FFF2-40B4-BE49-F238E27FC236}">
                <a16:creationId xmlns:a16="http://schemas.microsoft.com/office/drawing/2014/main" id="{3180402C-B205-3B02-80EC-1389CEFE02F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011889" y="1490548"/>
            <a:ext cx="3910937" cy="2215640"/>
          </a:xfrm>
        </p:spPr>
        <p:txBody>
          <a:bodyPr>
            <a:normAutofit/>
          </a:bodyPr>
          <a:lstStyle>
            <a:lvl1pPr marL="380990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90575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523962" indent="-304792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133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Body Content 2">
            <a:extLst>
              <a:ext uri="{FF2B5EF4-FFF2-40B4-BE49-F238E27FC236}">
                <a16:creationId xmlns:a16="http://schemas.microsoft.com/office/drawing/2014/main" id="{1D0698A4-F993-1339-EDDC-E122275B26EE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67023" y="3980299"/>
            <a:ext cx="3937332" cy="2613235"/>
          </a:xfrm>
        </p:spPr>
        <p:txBody>
          <a:bodyPr>
            <a:normAutofit/>
          </a:bodyPr>
          <a:lstStyle>
            <a:lvl1pPr marL="380990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90575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523962" indent="-304792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133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658409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284803"/>
            <a:ext cx="10972800" cy="1143000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Wide Table">
            <a:extLst>
              <a:ext uri="{FF2B5EF4-FFF2-40B4-BE49-F238E27FC236}">
                <a16:creationId xmlns:a16="http://schemas.microsoft.com/office/drawing/2014/main" id="{A31F2DD0-A818-C246-A801-671F4BC29942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304800" y="381000"/>
            <a:ext cx="11582400" cy="6096000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1207375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284803"/>
            <a:ext cx="10972800" cy="1143000"/>
          </a:xfrm>
        </p:spPr>
        <p:txBody>
          <a:bodyPr>
            <a:normAutofit/>
          </a:bodyPr>
          <a:lstStyle>
            <a:lvl1pPr>
              <a:defRPr sz="4267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Wide Chart">
            <a:extLst>
              <a:ext uri="{FF2B5EF4-FFF2-40B4-BE49-F238E27FC236}">
                <a16:creationId xmlns:a16="http://schemas.microsoft.com/office/drawing/2014/main" id="{21B7D27F-640B-514B-9B11-9D1645F3F49A}"/>
              </a:ext>
            </a:extLst>
          </p:cNvPr>
          <p:cNvSpPr>
            <a:spLocks noGrp="1" noChangeAspect="1"/>
          </p:cNvSpPr>
          <p:nvPr>
            <p:ph type="chart" sz="quarter" idx="11"/>
          </p:nvPr>
        </p:nvSpPr>
        <p:spPr>
          <a:xfrm>
            <a:off x="304800" y="381000"/>
            <a:ext cx="11582400" cy="6096000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3609476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284803"/>
            <a:ext cx="10972800" cy="1143000"/>
          </a:xfrm>
        </p:spPr>
        <p:txBody>
          <a:bodyPr>
            <a:normAutofit/>
          </a:bodyPr>
          <a:lstStyle>
            <a:lvl1pPr>
              <a:defRPr sz="4267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ull Bleed Photo">
            <a:extLst>
              <a:ext uri="{FF2B5EF4-FFF2-40B4-BE49-F238E27FC236}">
                <a16:creationId xmlns:a16="http://schemas.microsoft.com/office/drawing/2014/main" id="{3D0D2707-18C2-FA48-9C1E-B114D1A3869D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-60960" y="-45720"/>
            <a:ext cx="12313920" cy="694944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107556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Vide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284803"/>
            <a:ext cx="10972800" cy="1143000"/>
          </a:xfrm>
        </p:spPr>
        <p:txBody>
          <a:bodyPr>
            <a:normAutofit/>
          </a:bodyPr>
          <a:lstStyle>
            <a:lvl1pPr>
              <a:defRPr sz="4267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ull Bleed Video">
            <a:extLst>
              <a:ext uri="{FF2B5EF4-FFF2-40B4-BE49-F238E27FC236}">
                <a16:creationId xmlns:a16="http://schemas.microsoft.com/office/drawing/2014/main" id="{E64AE5ED-FB71-2940-A0AA-8B776317FAB2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-60960" y="-45720"/>
            <a:ext cx="12313920" cy="6949440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21127013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noProof="1"/>
              <a:t>Click to edit Master title style</a:t>
            </a:r>
            <a:endParaRPr lang="zh-CN" alt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noProof="1"/>
              <a:t>Click to edit Master text styles</a:t>
            </a:r>
          </a:p>
          <a:p>
            <a:pPr lvl="1"/>
            <a:r>
              <a:rPr lang="en-US" altLang="zh-CN" noProof="1"/>
              <a:t>Second level</a:t>
            </a:r>
          </a:p>
          <a:p>
            <a:pPr lvl="2"/>
            <a:r>
              <a:rPr lang="en-US" altLang="zh-CN" noProof="1"/>
              <a:t>Third level</a:t>
            </a:r>
          </a:p>
          <a:p>
            <a:pPr lvl="3"/>
            <a:r>
              <a:rPr lang="en-US" altLang="zh-CN" noProof="1"/>
              <a:t>Fourth level</a:t>
            </a:r>
          </a:p>
          <a:p>
            <a:pPr lvl="4"/>
            <a:r>
              <a:rPr lang="en-US" altLang="zh-CN" noProof="1"/>
              <a:t>Fifth level</a:t>
            </a:r>
            <a:endParaRPr lang="zh-CN" altLang="en-US" noProof="1"/>
          </a:p>
        </p:txBody>
      </p:sp>
    </p:spTree>
    <p:extLst>
      <p:ext uri="{BB962C8B-B14F-4D97-AF65-F5344CB8AC3E}">
        <p14:creationId xmlns:p14="http://schemas.microsoft.com/office/powerpoint/2010/main" val="1912950176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Body Content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088411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ctr" defTabSz="609585" rtl="0" eaLnBrk="1" latinLnBrk="0" hangingPunct="1">
        <a:spcBef>
          <a:spcPct val="0"/>
        </a:spcBef>
        <a:buNone/>
        <a:defRPr sz="4667" b="1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Wingdings" pitchFamily="2" charset="2"/>
        <a:buChar char="§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990575" indent="-380990" algn="l" defTabSz="609585" rtl="0" eaLnBrk="1" latinLnBrk="0" hangingPunct="1">
        <a:spcBef>
          <a:spcPct val="20000"/>
        </a:spcBef>
        <a:buFont typeface="Wingdings" pitchFamily="2" charset="2"/>
        <a:buChar char="§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523962" indent="-304792" algn="l" defTabSz="609585" rtl="0" eaLnBrk="1" latinLnBrk="0" hangingPunct="1">
        <a:spcBef>
          <a:spcPct val="20000"/>
        </a:spcBef>
        <a:buFont typeface="Wingdings" pitchFamily="2" charset="2"/>
        <a:buChar char="§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2333063-774E-D64F-A41A-85AA488BD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103" y="563071"/>
            <a:ext cx="10972800" cy="2344263"/>
          </a:xfrm>
        </p:spPr>
        <p:txBody>
          <a:bodyPr>
            <a:noAutofit/>
          </a:bodyPr>
          <a:lstStyle/>
          <a:p>
            <a:r>
              <a:rPr lang="en-US" sz="4800" dirty="0"/>
              <a:t>Tutorial 8</a:t>
            </a:r>
            <a:endParaRPr lang="en-US" altLang="zh-CN" sz="5333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46EDE5-6FC5-824E-9F44-F022997BFE4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09600" y="4906266"/>
            <a:ext cx="10972800" cy="1244300"/>
          </a:xfrm>
        </p:spPr>
        <p:txBody>
          <a:bodyPr>
            <a:normAutofit/>
          </a:bodyPr>
          <a:lstStyle/>
          <a:p>
            <a:pPr fontAlgn="base"/>
            <a:r>
              <a:rPr lang="en-US" altLang="zh-CN" dirty="0"/>
              <a:t>Presenter: Peter​ Zhang</a:t>
            </a:r>
          </a:p>
          <a:p>
            <a:pPr fontAlgn="base"/>
            <a:r>
              <a:rPr lang="en-US" altLang="zh-CN" dirty="0"/>
              <a:t>3/4/2026</a:t>
            </a:r>
          </a:p>
          <a:p>
            <a:endParaRPr lang="en-US" dirty="0"/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7C796814-B4C7-06C2-94D6-3F9ED29CF958}"/>
              </a:ext>
            </a:extLst>
          </p:cNvPr>
          <p:cNvSpPr txBox="1">
            <a:spLocks/>
          </p:cNvSpPr>
          <p:nvPr/>
        </p:nvSpPr>
        <p:spPr>
          <a:xfrm>
            <a:off x="482103" y="3284650"/>
            <a:ext cx="10972800" cy="1244300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Wingdings" pitchFamily="2" charset="2"/>
              <a:buNone/>
              <a:defRPr sz="24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585" fontAlgn="base"/>
            <a:r>
              <a:rPr lang="fr-FR" altLang="zh-CN" sz="3733" b="1" i="1" dirty="0">
                <a:solidFill>
                  <a:prstClr val="white"/>
                </a:solidFill>
                <a:ea typeface="黑体" panose="02010609060101010101" pitchFamily="49" charset="-122"/>
              </a:rPr>
              <a:t>Quiz 9,10 &amp; HW 6</a:t>
            </a:r>
            <a:endParaRPr lang="en-US" altLang="zh-CN" sz="3733" b="1" i="1" dirty="0">
              <a:solidFill>
                <a:prstClr val="white"/>
              </a:solidFill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06317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49CCE-ED76-8FB5-A257-6CCDE2B0D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D1F95B0-D4C6-B272-40DC-F8DA4FDA1F30}"/>
              </a:ext>
            </a:extLst>
          </p:cNvPr>
          <p:cNvSpPr txBox="1"/>
          <p:nvPr/>
        </p:nvSpPr>
        <p:spPr>
          <a:xfrm>
            <a:off x="0" y="0"/>
            <a:ext cx="12234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Quiz 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EA2B0D-EF38-E586-8A2B-6B53E04A1C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1823"/>
            <a:ext cx="6788499" cy="427377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2B86CD4-41E7-01C1-86F9-468CF373F3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5881" y="1919582"/>
            <a:ext cx="4133333" cy="22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00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FA7C9-6F09-1F6A-65D0-5556C046C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D391BF0-CCB6-B52E-55BF-7C03E5E691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022"/>
          <a:stretch>
            <a:fillRect/>
          </a:stretch>
        </p:blipFill>
        <p:spPr>
          <a:xfrm>
            <a:off x="27670" y="-5607"/>
            <a:ext cx="7267086" cy="511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853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6EBC10-29AE-E4BE-908E-3762E0BC1A4F}"/>
              </a:ext>
            </a:extLst>
          </p:cNvPr>
          <p:cNvSpPr txBox="1"/>
          <p:nvPr/>
        </p:nvSpPr>
        <p:spPr>
          <a:xfrm>
            <a:off x="0" y="0"/>
            <a:ext cx="14237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Quiz 10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C035FAF-83B9-764B-F016-3B93537D5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3220"/>
            <a:ext cx="7106015" cy="5188217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88BFF-71F5-4BFA-1605-140227111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A281DB4-70F2-2426-3314-E0AA65325B0B}"/>
              </a:ext>
            </a:extLst>
          </p:cNvPr>
          <p:cNvSpPr txBox="1"/>
          <p:nvPr/>
        </p:nvSpPr>
        <p:spPr>
          <a:xfrm>
            <a:off x="-73742" y="0"/>
            <a:ext cx="47371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This is the complete derivation tree!</a:t>
            </a:r>
            <a:endParaRPr lang="en-US" sz="2000" b="1" dirty="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976910-2CA8-7222-7A46-8FEFC06D83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41"/>
          <a:stretch>
            <a:fillRect/>
          </a:stretch>
        </p:blipFill>
        <p:spPr>
          <a:xfrm>
            <a:off x="0" y="1312607"/>
            <a:ext cx="11754542" cy="34910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59A6A7-F5E4-5984-8632-B2C7AE32F5B5}"/>
              </a:ext>
            </a:extLst>
          </p:cNvPr>
          <p:cNvSpPr txBox="1"/>
          <p:nvPr/>
        </p:nvSpPr>
        <p:spPr>
          <a:xfrm>
            <a:off x="10973890" y="4073254"/>
            <a:ext cx="10390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(E-app)</a:t>
            </a:r>
          </a:p>
        </p:txBody>
      </p:sp>
    </p:spTree>
    <p:extLst>
      <p:ext uri="{BB962C8B-B14F-4D97-AF65-F5344CB8AC3E}">
        <p14:creationId xmlns:p14="http://schemas.microsoft.com/office/powerpoint/2010/main" val="2768688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B2F28-C31C-4C11-ADFE-E829D583D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CAB798-9EAE-B5F1-97A3-9BDFE1E27C2B}"/>
              </a:ext>
            </a:extLst>
          </p:cNvPr>
          <p:cNvSpPr txBox="1"/>
          <p:nvPr/>
        </p:nvSpPr>
        <p:spPr>
          <a:xfrm>
            <a:off x="0" y="0"/>
            <a:ext cx="10823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HW 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091DC7-E928-DD26-9C81-173680C4A7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3220"/>
            <a:ext cx="7391314" cy="4595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030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E8480-2E33-8335-AC01-6D3015DE0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1150DC46-2D39-A868-F518-19D46F69B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4492"/>
            <a:ext cx="8090535" cy="526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094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8E6D0-8F25-AD8A-4B2C-720AA1F90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B3592C-7091-686C-086B-BF11F458C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8020694" cy="21472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54871F3-C496-676A-2B75-2990FA3BE7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5059" y="840657"/>
            <a:ext cx="4376941" cy="4742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062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D381C-34C6-AC78-8A7C-AE4485199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F3A7C7-4309-53B7-72D7-7EDC268131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399"/>
          <a:stretch>
            <a:fillRect/>
          </a:stretch>
        </p:blipFill>
        <p:spPr>
          <a:xfrm>
            <a:off x="219808" y="2052"/>
            <a:ext cx="11752381" cy="21572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F64748-C883-A6BF-14EE-296AB24207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6573" y="2159330"/>
            <a:ext cx="8342857" cy="27238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5FE4A7-EE8E-2E72-5C0E-5BBE90DA375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179" b="5815"/>
          <a:stretch>
            <a:fillRect/>
          </a:stretch>
        </p:blipFill>
        <p:spPr>
          <a:xfrm>
            <a:off x="3215168" y="5029200"/>
            <a:ext cx="7628571" cy="18288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FCAC96E-F029-B0EE-9708-A418366D06BC}"/>
              </a:ext>
            </a:extLst>
          </p:cNvPr>
          <p:cNvSpPr txBox="1"/>
          <p:nvPr/>
        </p:nvSpPr>
        <p:spPr>
          <a:xfrm>
            <a:off x="-73742" y="2839953"/>
            <a:ext cx="64475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Please refer to Quiz 10 and see how to draw the complete derivation tree, </a:t>
            </a:r>
          </a:p>
          <a:p>
            <a:r>
              <a:rPr lang="en-US" altLang="zh-CN" sz="1400" b="1" dirty="0">
                <a:solidFill>
                  <a:srgbClr val="FF0000"/>
                </a:solidFill>
              </a:rPr>
              <a:t>this is only the intermediate step for reference. </a:t>
            </a:r>
            <a:endParaRPr 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5068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55C1D-9FB4-1863-6C4C-F86900278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C394C2-F75E-E9C7-648B-3F9C47A66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037614" cy="3156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560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889D0-564F-A18D-C133-F3F1A5456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2C156285-441E-D11C-DFBD-F7BCFEF9C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8593442" cy="581823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7BF8F1A-7883-652D-ADB8-C56F03CA63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8443" y="0"/>
            <a:ext cx="3723557" cy="151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162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2333063-774E-D64F-A41A-85AA488BD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1854878"/>
      </p:ext>
    </p:extLst>
  </p:cSld>
  <p:clrMapOvr>
    <a:masterClrMapping/>
  </p:clrMapOvr>
</p:sld>
</file>

<file path=ppt/theme/theme1.xml><?xml version="1.0" encoding="utf-8"?>
<a:theme xmlns:a="http://schemas.openxmlformats.org/drawingml/2006/main" name="UTA Accessible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ccessible-PPT.pptx" id="{DC14534C-1046-F040-970C-D4B656BEDF73}" vid="{22719C90-FD2E-C343-B61D-D3EE9148FC7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3531</TotalTime>
  <Words>66</Words>
  <Application>Microsoft Office PowerPoint</Application>
  <PresentationFormat>Widescreen</PresentationFormat>
  <Paragraphs>23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黑体</vt:lpstr>
      <vt:lpstr>Aptos</vt:lpstr>
      <vt:lpstr>Arial</vt:lpstr>
      <vt:lpstr>Calibri</vt:lpstr>
      <vt:lpstr>Helvetica</vt:lpstr>
      <vt:lpstr>Wingdings</vt:lpstr>
      <vt:lpstr>UTA Accessible Template</vt:lpstr>
      <vt:lpstr>Tutorial 8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Zhang, Weiran</dc:creator>
  <cp:lastModifiedBy>Zhang, Weiran</cp:lastModifiedBy>
  <cp:revision>65</cp:revision>
  <dcterms:created xsi:type="dcterms:W3CDTF">2026-01-19T23:51:43Z</dcterms:created>
  <dcterms:modified xsi:type="dcterms:W3CDTF">2026-03-05T02:02:56Z</dcterms:modified>
</cp:coreProperties>
</file>