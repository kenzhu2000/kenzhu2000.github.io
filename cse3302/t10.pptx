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5" r:id="rId2"/>
    <p:sldId id="357" r:id="rId3"/>
    <p:sldId id="393" r:id="rId4"/>
    <p:sldId id="394" r:id="rId5"/>
    <p:sldId id="395" r:id="rId6"/>
    <p:sldId id="396" r:id="rId7"/>
    <p:sldId id="400" r:id="rId8"/>
    <p:sldId id="397" r:id="rId9"/>
    <p:sldId id="398" r:id="rId10"/>
    <p:sldId id="399" r:id="rId11"/>
    <p:sldId id="402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130" d="100"/>
          <a:sy n="130" d="100"/>
        </p:scale>
        <p:origin x="3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7BB0-077F-D10F-EC57-35E30B2D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2FF1-88C4-CB8B-434E-A9B3E079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D8BBB-A6BF-A5B1-1909-A8C14F1D0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0062-B18B-4B98-14A5-403497FD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87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30E0-6B3B-EEE7-D85E-C4F1E131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9FAD5-D0B4-A852-6A8B-149093372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0CFA3-D7BF-A311-1FF3-C601691F2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5E74B-6409-5D9E-8F7B-45E327C27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290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058C-CD6D-A384-0F86-6552EC3E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82438-2B71-3438-AEDD-E71E9F01D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6092D-7164-2A8F-2AC2-92951BC3C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35375-CFDA-B23D-9164-8CA72017A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333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F738-9576-B2BE-3A15-88417D02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8928-12BF-735C-1E0C-33559DACD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5B534-0FC1-E996-B516-A6646953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9C4BA-25E7-B35E-EA8B-78A4C9E56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96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6324-7C3F-961F-35C6-4B4CDF41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2E1CF-1591-7A0C-A248-C53E3E302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EA8A5-7E47-AC43-2FFA-A38FF13BF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6308E-129D-5225-873D-8F6F2A2E0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28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6CD4-5E7B-6629-202A-D968D52C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D6952-544C-3451-BBAC-891FFBCEC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DD4D1-F76B-41AA-20A0-182E4E6C3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7E842-4B57-9C41-C975-AF53ACAD6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337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2F09-B50F-1058-5CB1-806DD192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777A8-54B2-7EAF-5E8A-4875AB607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2489C-DA92-5416-C1EE-2741073D1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FC6E0-DA90-A740-C184-E8FF68E48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06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D2FA-84E7-29F4-235B-417B2B72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54178-51D1-D04E-A5E9-1A44D3F7E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82815-1425-6D77-521D-8245F963C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82E72-52F5-57B8-3FA8-B0653BE23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371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0511-760B-527F-DFAC-A7B568C1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D5028-A389-B803-7C6F-57D822D42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4E3D1-55EB-8F18-2C6D-47A3EF4BB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B3574-1D06-6723-D988-5441CB36D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03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FE194-148E-A5B7-A745-64E6510E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29606-60CC-3CBE-4708-DA3456864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ACA5C-F67D-EBDB-1A57-8A697CC7A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A78E-A7DF-0261-18A7-84659A9CF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365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10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3/25/2026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12,13 &amp; HW 8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A7C9-6F09-1F6A-65D0-5556C04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CC7D0-E213-DBB1-183C-C6C2E5E7F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51" y="646211"/>
            <a:ext cx="8898592" cy="58362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0F8025-5622-A0B8-34AB-2FEC4E52131B}"/>
              </a:ext>
            </a:extLst>
          </p:cNvPr>
          <p:cNvSpPr txBox="1"/>
          <p:nvPr/>
        </p:nvSpPr>
        <p:spPr>
          <a:xfrm>
            <a:off x="0" y="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12</a:t>
            </a:r>
          </a:p>
        </p:txBody>
      </p:sp>
    </p:spTree>
    <p:extLst>
      <p:ext uri="{BB962C8B-B14F-4D97-AF65-F5344CB8AC3E}">
        <p14:creationId xmlns:p14="http://schemas.microsoft.com/office/powerpoint/2010/main" val="303185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FCC6-9615-17F4-0315-F26074AC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0A982F-9C3D-73B7-D5A0-E384119A3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753876" cy="386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2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51A8-39FA-D426-03AB-2CF0CB56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411641-81FA-99CA-4EDF-2FF8F2DE3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8331628" cy="5727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6F60B3-267D-2FA5-2D89-BAAC234DB1AE}"/>
              </a:ext>
            </a:extLst>
          </p:cNvPr>
          <p:cNvSpPr txBox="1"/>
          <p:nvPr/>
        </p:nvSpPr>
        <p:spPr>
          <a:xfrm>
            <a:off x="0" y="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13</a:t>
            </a:r>
          </a:p>
        </p:txBody>
      </p:sp>
    </p:spTree>
    <p:extLst>
      <p:ext uri="{BB962C8B-B14F-4D97-AF65-F5344CB8AC3E}">
        <p14:creationId xmlns:p14="http://schemas.microsoft.com/office/powerpoint/2010/main" val="217259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9E2B-9065-2C1D-846A-4E9CD57F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25173-9E7B-D369-0C78-7FCF7E5CB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634167" cy="15267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6EAF44-572F-316F-97EF-E973AA521A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447"/>
          <a:stretch>
            <a:fillRect/>
          </a:stretch>
        </p:blipFill>
        <p:spPr>
          <a:xfrm>
            <a:off x="0" y="4490357"/>
            <a:ext cx="10095238" cy="23676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61E317-9B0D-7A6E-0F44-0A4792413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28850"/>
            <a:ext cx="10054755" cy="22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8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7B3F-073C-6BC0-2F9F-BAB17AE1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4CCF8-ECF3-E6F1-0631-291454E52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53038" cy="1534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765B7-CC0E-A106-153E-E163F1323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5439"/>
            <a:ext cx="8629650" cy="548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A832-9093-564D-CD13-C835701FE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42602-A353-5C9B-0205-27AE86870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95238" cy="4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A9A0-FE7C-F5F1-4240-824F1B48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0365B-3C82-9FFA-9956-D31B5F8CE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5698671" cy="63254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1D6C0-0CD2-0FC0-EC80-52F155BA6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793" y="4450391"/>
            <a:ext cx="7695207" cy="240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5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C0D6-086A-9442-C5B8-B2DEBA6F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3EF9C-A77C-D7B7-4BFD-2322F940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47619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89B2-51F4-1CC3-E7FA-9A00906D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D2394-9A91-1C70-263D-224E57D07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61905" cy="5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1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4A75-EADB-FC5E-16BE-46DB1EF6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643E6F-07EF-D8CD-1857-6E1648D40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09524" cy="5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2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4178</TotalTime>
  <Words>31</Words>
  <Application>Microsoft Office PowerPoint</Application>
  <PresentationFormat>Widescreen</PresentationFormat>
  <Paragraphs>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黑体</vt:lpstr>
      <vt:lpstr>Aptos</vt:lpstr>
      <vt:lpstr>Arial</vt:lpstr>
      <vt:lpstr>Calibri</vt:lpstr>
      <vt:lpstr>Helvetica</vt:lpstr>
      <vt:lpstr>Wingdings</vt:lpstr>
      <vt:lpstr>UTA Accessible Template</vt:lpstr>
      <vt:lpstr>Tutorial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80</cp:revision>
  <dcterms:created xsi:type="dcterms:W3CDTF">2026-01-19T23:51:43Z</dcterms:created>
  <dcterms:modified xsi:type="dcterms:W3CDTF">2026-03-25T22:23:01Z</dcterms:modified>
</cp:coreProperties>
</file>