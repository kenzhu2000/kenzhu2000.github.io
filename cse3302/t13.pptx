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446" r:id="rId3"/>
    <p:sldId id="257" r:id="rId4"/>
    <p:sldId id="371" r:id="rId5"/>
    <p:sldId id="416" r:id="rId6"/>
    <p:sldId id="417" r:id="rId7"/>
    <p:sldId id="424" r:id="rId8"/>
    <p:sldId id="425" r:id="rId9"/>
    <p:sldId id="448" r:id="rId10"/>
    <p:sldId id="449" r:id="rId11"/>
    <p:sldId id="450" r:id="rId12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76916D-BCFD-ADC0-247A-DBFA23BAACD8}" v="9" dt="2025-11-13T04:04:13.3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howGuides="1">
      <p:cViewPr varScale="1">
        <p:scale>
          <a:sx n="116" d="100"/>
          <a:sy n="116" d="100"/>
        </p:scale>
        <p:origin x="864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k, Wonjun" userId="S::wxp7177@mavs.uta.edu::b7ccadb5-266d-4b52-a139-568b916a9101" providerId="AD" clId="Web-{B476916D-BCFD-ADC0-247A-DBFA23BAACD8}"/>
    <pc:docChg chg="delSld">
      <pc:chgData name="Park, Wonjun" userId="S::wxp7177@mavs.uta.edu::b7ccadb5-266d-4b52-a139-568b916a9101" providerId="AD" clId="Web-{B476916D-BCFD-ADC0-247A-DBFA23BAACD8}" dt="2025-11-13T04:04:13.330" v="8"/>
      <pc:docMkLst>
        <pc:docMk/>
      </pc:docMkLst>
      <pc:sldChg chg="del">
        <pc:chgData name="Park, Wonjun" userId="S::wxp7177@mavs.uta.edu::b7ccadb5-266d-4b52-a139-568b916a9101" providerId="AD" clId="Web-{B476916D-BCFD-ADC0-247A-DBFA23BAACD8}" dt="2025-11-13T04:04:13.330" v="8"/>
        <pc:sldMkLst>
          <pc:docMk/>
          <pc:sldMk cId="1642022803" sldId="411"/>
        </pc:sldMkLst>
      </pc:sldChg>
      <pc:sldChg chg="del">
        <pc:chgData name="Park, Wonjun" userId="S::wxp7177@mavs.uta.edu::b7ccadb5-266d-4b52-a139-568b916a9101" providerId="AD" clId="Web-{B476916D-BCFD-ADC0-247A-DBFA23BAACD8}" dt="2025-11-13T04:03:54.064" v="0"/>
        <pc:sldMkLst>
          <pc:docMk/>
          <pc:sldMk cId="3714207822" sldId="451"/>
        </pc:sldMkLst>
      </pc:sldChg>
      <pc:sldChg chg="del">
        <pc:chgData name="Park, Wonjun" userId="S::wxp7177@mavs.uta.edu::b7ccadb5-266d-4b52-a139-568b916a9101" providerId="AD" clId="Web-{B476916D-BCFD-ADC0-247A-DBFA23BAACD8}" dt="2025-11-13T04:04:00.626" v="2"/>
        <pc:sldMkLst>
          <pc:docMk/>
          <pc:sldMk cId="1985996484" sldId="452"/>
        </pc:sldMkLst>
      </pc:sldChg>
      <pc:sldChg chg="del">
        <pc:chgData name="Park, Wonjun" userId="S::wxp7177@mavs.uta.edu::b7ccadb5-266d-4b52-a139-568b916a9101" providerId="AD" clId="Web-{B476916D-BCFD-ADC0-247A-DBFA23BAACD8}" dt="2025-11-13T04:04:03.392" v="3"/>
        <pc:sldMkLst>
          <pc:docMk/>
          <pc:sldMk cId="1788869150" sldId="453"/>
        </pc:sldMkLst>
      </pc:sldChg>
      <pc:sldChg chg="del">
        <pc:chgData name="Park, Wonjun" userId="S::wxp7177@mavs.uta.edu::b7ccadb5-266d-4b52-a139-568b916a9101" providerId="AD" clId="Web-{B476916D-BCFD-ADC0-247A-DBFA23BAACD8}" dt="2025-11-13T04:04:06.252" v="4"/>
        <pc:sldMkLst>
          <pc:docMk/>
          <pc:sldMk cId="1497555315" sldId="454"/>
        </pc:sldMkLst>
      </pc:sldChg>
      <pc:sldChg chg="del">
        <pc:chgData name="Park, Wonjun" userId="S::wxp7177@mavs.uta.edu::b7ccadb5-266d-4b52-a139-568b916a9101" providerId="AD" clId="Web-{B476916D-BCFD-ADC0-247A-DBFA23BAACD8}" dt="2025-11-13T04:04:07.517" v="5"/>
        <pc:sldMkLst>
          <pc:docMk/>
          <pc:sldMk cId="2288789866" sldId="455"/>
        </pc:sldMkLst>
      </pc:sldChg>
      <pc:sldChg chg="del">
        <pc:chgData name="Park, Wonjun" userId="S::wxp7177@mavs.uta.edu::b7ccadb5-266d-4b52-a139-568b916a9101" providerId="AD" clId="Web-{B476916D-BCFD-ADC0-247A-DBFA23BAACD8}" dt="2025-11-13T04:04:08.908" v="6"/>
        <pc:sldMkLst>
          <pc:docMk/>
          <pc:sldMk cId="854994805" sldId="456"/>
        </pc:sldMkLst>
      </pc:sldChg>
      <pc:sldChg chg="del">
        <pc:chgData name="Park, Wonjun" userId="S::wxp7177@mavs.uta.edu::b7ccadb5-266d-4b52-a139-568b916a9101" providerId="AD" clId="Web-{B476916D-BCFD-ADC0-247A-DBFA23BAACD8}" dt="2025-11-13T04:04:11.924" v="7"/>
        <pc:sldMkLst>
          <pc:docMk/>
          <pc:sldMk cId="627679383" sldId="457"/>
        </pc:sldMkLst>
      </pc:sldChg>
      <pc:sldChg chg="del">
        <pc:chgData name="Park, Wonjun" userId="S::wxp7177@mavs.uta.edu::b7ccadb5-266d-4b52-a139-568b916a9101" providerId="AD" clId="Web-{B476916D-BCFD-ADC0-247A-DBFA23BAACD8}" dt="2025-11-13T04:03:59.204" v="1"/>
        <pc:sldMkLst>
          <pc:docMk/>
          <pc:sldMk cId="2031002194" sldId="45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C4774C-2001-2447-8C80-801716BED38F}" type="datetimeFigureOut">
              <a:rPr lang="en-KR" smtClean="0"/>
              <a:t>11/12/2025</a:t>
            </a:fld>
            <a:endParaRPr lang="en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8E2000-37FB-9848-9C26-A1CB0B8468E2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697446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CA8B9-5C32-621E-FFAC-B8FF10D660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7FAEDB-0E61-D74C-44A3-ADA0CDFAE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FDAE2-A828-9C35-C635-8735319EB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3C486-3FC1-D047-8AAD-775C03B1D46D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1D897-4B14-F8D7-9B29-3072C9940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203F9-B0A9-722F-B2AA-4062D25C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511794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D4619-9B98-0FB4-C25C-D4335A5C9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A6249-4691-7630-5AD6-296190A24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640156-C9B6-DB5B-B8AF-13A40B1D5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489562-5734-F68E-3384-F88C45533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5AFC42-DD36-16D9-1F81-78579DC45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893462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B4C6-3DE5-E0E5-7562-C4FA090F2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E39A4-343B-429B-7CE4-39557BA6F5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19C57-C27D-0D81-C445-50FEA9F6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F0C8A-8D87-224E-912B-0C981F57F905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BF4E2-7DF8-1BA9-B802-42B4DEDD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483876-84A7-CF6B-F8DC-346ABA46E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79391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C1BE7-923B-8C8D-3955-932F3C37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652B8-D053-E37E-3F54-2A5D91258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5CA33A-844B-2713-40D2-5E88EB6A85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9AC3BF-64B1-DEFD-A2E1-14137B0C2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3F313-F49C-2040-9962-BF560DDCC7CA}" type="datetime1">
              <a:rPr lang="en-US" smtClean="0"/>
              <a:t>11/12/2025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ADEBB-0A5E-0EFE-FAE4-B942A0C40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C7D413-C30C-C659-0895-DF7A7AA12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446692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51BC5-52EE-0D89-BEC4-B014655FC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916CBA-44C3-9338-6085-78F787597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BF7092-5233-17E5-3D08-98EE078D14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7F56F1-B52F-FB7C-A460-2595EAB5CB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95A295-AB16-465C-B27E-4A8CEEFFDF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06501D-03EE-220F-B77B-7D6999440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67C72-4FC2-E744-89F6-2196F33FEDFC}" type="datetime1">
              <a:rPr lang="en-US" smtClean="0"/>
              <a:t>11/12/2025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662C4D-5885-C553-1167-F9440B003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82D276-276A-1933-4128-29D556D30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723827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B2DF5-AD5A-EFCE-9CA5-09F5AB81E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D0BD82-3FFC-C245-0E49-FE28B587D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D0B36-39CF-3C40-AF2F-273CBE04BEB2}" type="datetime1">
              <a:rPr lang="en-US" smtClean="0"/>
              <a:t>11/12/2025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5D9F9C-118E-2CFC-ACC4-38080D096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B37BF-673D-26FD-7FC5-5AF4FD2E3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91718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A9038B-A85B-38E8-F405-F8D815326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50A9D-8DFF-B740-A01D-EB2FF93D258C}" type="datetime1">
              <a:rPr lang="en-US" smtClean="0"/>
              <a:t>11/12/2025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5BAA64-E923-95F3-7C32-C392FAD0B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EDC67-94A4-743C-BB52-3DF8DA5E6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99708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AF049-BD4E-F2ED-F635-50F3EE447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4C4EE-5F43-5EF4-C4B5-8BABB0C56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4810D6-8BD5-C43E-C8D8-9CD2C7554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E758D3-80C7-65E2-7116-73EB88B2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83C3-29C2-8D4D-9024-3854AFA4D352}" type="datetime1">
              <a:rPr lang="en-US" smtClean="0"/>
              <a:t>11/12/2025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150750-DA97-53AC-ECFD-5C89297D1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5C2564-5288-95ED-0759-7C531195A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32600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1170F-5360-4E09-7EFD-88CC4DF64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FACEC0-BCEB-4160-BDF7-636D1138BF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D841AE-0EFA-2508-7699-65D8270D5F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32804-297B-3A8E-3F6A-86F408F4B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2AF14-B600-2C4D-ABB0-51C5A8D429B0}" type="datetime1">
              <a:rPr lang="en-US" smtClean="0"/>
              <a:t>11/12/2025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F67707-C75E-016B-189E-2E33AE9AB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E80B5B-19C5-A575-83D6-6B3B6D012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798976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7EAD3-9AFD-62DB-72C8-605C3B402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497C8C-BA83-EA20-B154-059B9C086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B5986-84B2-DA81-C542-B2E359670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43B52-1EE7-7E49-82A9-FAE84E3792EC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A76B6-53AF-97BE-665A-85F532E28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1304F-415C-0E74-1989-E4D562391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086727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861C39-FD12-CCF4-6122-A5C7D6F57A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A14E29-1E1A-7351-9168-63C0CBDFF9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E1AD27-D8C6-F703-2690-0B4C3EF7F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E00662-EEAF-0D45-B5FF-93297BDD54C0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0DA1A3-84F3-6FB6-A9EC-7DDCD0E32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04B29-EF1E-B888-F0C3-D2F13D631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660790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8A4A1B-CE80-99CB-D27C-67C451717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680DD7-08B8-819B-927B-86188A40C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BB74A-B273-3E57-9117-667359C40B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0F38A0-08EA-A847-AADD-5A3F09E1CFA9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F17F1-471C-564A-4D92-0C76761417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7C234D-285F-B79D-13F8-9013A6198B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211922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937C9-2D88-6EE2-255C-709A1BF81C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6487" y="1122363"/>
            <a:ext cx="9379026" cy="2387600"/>
          </a:xfrm>
        </p:spPr>
        <p:txBody>
          <a:bodyPr>
            <a:normAutofit/>
          </a:bodyPr>
          <a:lstStyle/>
          <a:p>
            <a:r>
              <a:rPr lang="en-KR" sz="4800" b="1">
                <a:latin typeface="Apple SD Gothic Neo" panose="02000300000000000000" pitchFamily="2" charset="-127"/>
                <a:ea typeface="Apple SD Gothic Neo" panose="02000300000000000000" pitchFamily="2" charset="-127"/>
                <a:cs typeface="Apple Symbols" panose="02000000000000000000" pitchFamily="2" charset="-79"/>
              </a:rPr>
              <a:t>Programming Language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CCA8F9-2699-C14D-432C-5FE58B1465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KR" dirty="0">
                <a:latin typeface="Apple SD Gothic Neo" panose="02000300000000000000" pitchFamily="2" charset="-127"/>
                <a:ea typeface="Apple SD Gothic Neo" panose="02000300000000000000" pitchFamily="2" charset="-127"/>
                <a:cs typeface="Apple Symbols" panose="02000000000000000000" pitchFamily="2" charset="-79"/>
              </a:rPr>
              <a:t>CSE 3302 / 5307 - Dr. Kenny Zhu</a:t>
            </a:r>
          </a:p>
          <a:p>
            <a:endParaRPr lang="en-KR" dirty="0">
              <a:latin typeface="Apple SD Gothic Neo" panose="02000300000000000000" pitchFamily="2" charset="-127"/>
              <a:ea typeface="Apple SD Gothic Neo" panose="02000300000000000000" pitchFamily="2" charset="-127"/>
              <a:cs typeface="Apple Symbols" panose="02000000000000000000" pitchFamily="2" charset="-79"/>
            </a:endParaRPr>
          </a:p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  <a:cs typeface="Apple Symbols" panose="02000000000000000000" pitchFamily="2" charset="-79"/>
              </a:rPr>
              <a:t>Tutorial 13</a:t>
            </a:r>
          </a:p>
          <a:p>
            <a:r>
              <a:rPr lang="en-KR" dirty="0">
                <a:latin typeface="Apple SD Gothic Neo" panose="02000300000000000000" pitchFamily="2" charset="-127"/>
                <a:ea typeface="Apple SD Gothic Neo" panose="02000300000000000000" pitchFamily="2" charset="-127"/>
                <a:cs typeface="Apple Symbols" panose="02000000000000000000" pitchFamily="2" charset="-79"/>
              </a:rPr>
              <a:t>Wonjun Park</a:t>
            </a:r>
          </a:p>
        </p:txBody>
      </p:sp>
    </p:spTree>
    <p:extLst>
      <p:ext uri="{BB962C8B-B14F-4D97-AF65-F5344CB8AC3E}">
        <p14:creationId xmlns:p14="http://schemas.microsoft.com/office/powerpoint/2010/main" val="34035769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EC5B0-DAB1-BFF1-B792-0E6273F25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30F1F-398F-76C0-CB71-EA8FDEFE4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Homework </a:t>
            </a:r>
            <a:r>
              <a:rPr lang="en-US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12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78260-EC9E-55C1-0926-CB1C1B895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AF2F9-5A37-ED13-3531-8ACB039DF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F0C8A-8D87-224E-912B-0C981F57F905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4FD63B-48A9-73DD-E8E6-90EE53209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2843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1B8DB-EA24-160D-E42C-6853651A0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BECE32-7FFC-1F2B-A131-76CC7A4B6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3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4A13E9D5-8E0A-CB61-98A8-A5841E46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1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Description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7A09FCA-DA20-8879-D943-74FF63110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620" y="1690688"/>
            <a:ext cx="10730760" cy="1158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589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DE270-3551-D5E9-853C-3C118F195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9F2FE1-6745-DD95-AA5F-396442983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910856-46E3-C471-9ACF-5BB5FACD9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4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E897508-015D-653E-5C6D-1B281BF8A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1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6FAC7EA-9768-100C-0DD7-A4611C6843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0035"/>
          <a:stretch>
            <a:fillRect/>
          </a:stretch>
        </p:blipFill>
        <p:spPr>
          <a:xfrm>
            <a:off x="998863" y="2154098"/>
            <a:ext cx="10194274" cy="19539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B1EF964-C3C1-9EF7-7748-A70A88BB31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91" y="5034907"/>
            <a:ext cx="10924818" cy="85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8350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80D8-F339-38BB-81B6-48BC4C0D1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3F6988-D51C-4954-ED58-A193D8EE8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3A56EC-E8C0-EA27-59DB-4EC122556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5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125432D-96EF-B3B3-0B80-02A26DCA8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Description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93A273-19FB-6743-FE86-816A7701C4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10326910" cy="148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491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AA77B-8747-06BF-098C-00C9DE65B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0EF26D-A305-218B-BA5A-C43B8B9C11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963" b="53439"/>
          <a:stretch>
            <a:fillRect/>
          </a:stretch>
        </p:blipFill>
        <p:spPr>
          <a:xfrm>
            <a:off x="1840038" y="1127464"/>
            <a:ext cx="10326910" cy="365125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61D44E-E3C5-B458-1013-62468B920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BF877A-C282-DB8B-F2DD-BCF82E2CF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6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12C31D0-0410-821F-95DB-6D3EF32CB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– 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CCEEFE-1C89-41A5-3E24-6AD175A68D93}"/>
              </a:ext>
            </a:extLst>
          </p:cNvPr>
          <p:cNvSpPr/>
          <p:nvPr/>
        </p:nvSpPr>
        <p:spPr>
          <a:xfrm>
            <a:off x="980661" y="3790122"/>
            <a:ext cx="344556" cy="649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FFF829C-2E4C-30BC-20F1-9928AD4F9E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318" y="1801257"/>
            <a:ext cx="10513364" cy="3784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569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E91A1-8B60-E208-B2A8-6514A64F9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7E25EA2-4F70-E858-1C2F-95CD8F43BF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963" b="53439"/>
          <a:stretch>
            <a:fillRect/>
          </a:stretch>
        </p:blipFill>
        <p:spPr>
          <a:xfrm>
            <a:off x="1840038" y="1127464"/>
            <a:ext cx="10326910" cy="365125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F2DA6-4516-7567-5649-3B9401805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BB0E8C-D5A7-6EE6-C1B7-3F37212CA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7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A9EA40DC-6F44-844D-888B-34D93F844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– 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489475-9A63-C2DC-6BE7-3ABB776091C8}"/>
              </a:ext>
            </a:extLst>
          </p:cNvPr>
          <p:cNvSpPr/>
          <p:nvPr/>
        </p:nvSpPr>
        <p:spPr>
          <a:xfrm>
            <a:off x="1156931" y="3745062"/>
            <a:ext cx="344556" cy="649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C1A47D-C49C-66BA-0F9B-C5069850E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96" y="2045197"/>
            <a:ext cx="10545392" cy="349785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5B8F167-87D4-1EED-B1FE-83BDF0234CC8}"/>
              </a:ext>
            </a:extLst>
          </p:cNvPr>
          <p:cNvSpPr/>
          <p:nvPr/>
        </p:nvSpPr>
        <p:spPr>
          <a:xfrm>
            <a:off x="3723701" y="2456761"/>
            <a:ext cx="2005070" cy="38559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731932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ADB70-7A43-86CD-3553-2C0F7232C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1AF6C40-345A-51C0-2E92-787903913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818" b="5238"/>
          <a:stretch>
            <a:fillRect/>
          </a:stretch>
        </p:blipFill>
        <p:spPr>
          <a:xfrm>
            <a:off x="1852564" y="1122732"/>
            <a:ext cx="10326910" cy="75617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25E2E-D8C4-3B23-A22D-7A8F9F3CB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0B6F30-4DB1-70E0-7A17-A4C398B9E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8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7D36E88E-9F19-0A64-BAAB-C8D3C1EAD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–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06AA68-7AB7-28C0-C367-A605DE198865}"/>
              </a:ext>
            </a:extLst>
          </p:cNvPr>
          <p:cNvSpPr/>
          <p:nvPr/>
        </p:nvSpPr>
        <p:spPr>
          <a:xfrm>
            <a:off x="1002694" y="3950529"/>
            <a:ext cx="344556" cy="649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A3A64B-8E06-7618-B38A-046627390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4" y="2341083"/>
            <a:ext cx="10542432" cy="217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855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C2F53-DE6E-8388-E285-49A9E1D78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68968B-6775-750E-D87E-49D3685848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818" b="5238"/>
          <a:stretch>
            <a:fillRect/>
          </a:stretch>
        </p:blipFill>
        <p:spPr>
          <a:xfrm>
            <a:off x="1852564" y="1122732"/>
            <a:ext cx="10326910" cy="75617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54E393-6D2F-9C14-816B-869AF40DE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CB3269-F920-83FE-ADDC-964F7B20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9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3051C02-F6AE-D9B6-7313-F32709DC9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– 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D9048F-950A-D80D-2EEA-E91BCAB2502E}"/>
              </a:ext>
            </a:extLst>
          </p:cNvPr>
          <p:cNvSpPr/>
          <p:nvPr/>
        </p:nvSpPr>
        <p:spPr>
          <a:xfrm>
            <a:off x="1002694" y="3950529"/>
            <a:ext cx="344556" cy="649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44D10A5-46FC-44D5-F386-1512655B7066}"/>
              </a:ext>
            </a:extLst>
          </p:cNvPr>
          <p:cNvGrpSpPr/>
          <p:nvPr/>
        </p:nvGrpSpPr>
        <p:grpSpPr>
          <a:xfrm>
            <a:off x="1089650" y="1991170"/>
            <a:ext cx="10012700" cy="4252913"/>
            <a:chOff x="1089650" y="2103437"/>
            <a:chExt cx="10012700" cy="4252913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F82F2B6-92AA-526B-EC02-4E290B928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9650" y="2103437"/>
              <a:ext cx="10012700" cy="290294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6E130B7-B2E5-093D-AE55-E58A6FE94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9650" y="4995766"/>
              <a:ext cx="9977622" cy="1360584"/>
            </a:xfrm>
            <a:prstGeom prst="rect">
              <a:avLst/>
            </a:prstGeom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D4423F4-03BA-A134-CB1F-053C2AED10A7}"/>
              </a:ext>
            </a:extLst>
          </p:cNvPr>
          <p:cNvSpPr/>
          <p:nvPr/>
        </p:nvSpPr>
        <p:spPr>
          <a:xfrm>
            <a:off x="4373696" y="2448295"/>
            <a:ext cx="2005070" cy="38559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21149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11200-25BF-D1C4-48DC-F9A260726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F5A6947-6ECA-675F-47E7-0B13DA4060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818" b="5238"/>
          <a:stretch>
            <a:fillRect/>
          </a:stretch>
        </p:blipFill>
        <p:spPr>
          <a:xfrm>
            <a:off x="1852564" y="1122732"/>
            <a:ext cx="10326910" cy="75617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89C07A-303B-5700-A4CA-26A8F61BF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C6B8B1-5FB2-43EA-DFDA-C937437D0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10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59420C0A-009A-1BCB-55BD-E92CAF15B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</a:t>
            </a: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– 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0F348B-3044-5B0B-289D-330C8268E3FF}"/>
              </a:ext>
            </a:extLst>
          </p:cNvPr>
          <p:cNvSpPr/>
          <p:nvPr/>
        </p:nvSpPr>
        <p:spPr>
          <a:xfrm>
            <a:off x="1002694" y="3950529"/>
            <a:ext cx="344556" cy="649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15E65B-D59E-080D-8305-A14DC6153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34" y="2038192"/>
            <a:ext cx="10546166" cy="4158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1375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D764D-0D83-AC47-6DC6-273F26A22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A366C5-4717-A752-3B0F-8EDCF1C872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818" b="5238"/>
          <a:stretch>
            <a:fillRect/>
          </a:stretch>
        </p:blipFill>
        <p:spPr>
          <a:xfrm>
            <a:off x="1852564" y="1122732"/>
            <a:ext cx="10326910" cy="75617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553761-1F89-9B0B-27AD-1A3E7E8AB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11/12/2025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B0B60-9CEA-D065-AA23-8AB70C56C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11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65F2C70A-4F65-A1A3-F211-C4A28E937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– 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9223DE-013E-C8C8-B553-F7E8BA1356D3}"/>
              </a:ext>
            </a:extLst>
          </p:cNvPr>
          <p:cNvSpPr/>
          <p:nvPr/>
        </p:nvSpPr>
        <p:spPr>
          <a:xfrm>
            <a:off x="1002694" y="3950529"/>
            <a:ext cx="344556" cy="649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27C708-1236-6B95-0429-C8EFDF017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70" y="2779644"/>
            <a:ext cx="10097260" cy="1624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4900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167</Words>
  <Application>Microsoft Office PowerPoint</Application>
  <PresentationFormat>Widescreen</PresentationFormat>
  <Paragraphs>66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Programming Language Concepts</vt:lpstr>
      <vt:lpstr>Homework 12</vt:lpstr>
      <vt:lpstr>Problem 1 Description</vt:lpstr>
      <vt:lpstr>Problem 1 Solution</vt:lpstr>
      <vt:lpstr>Problem 2 Description</vt:lpstr>
      <vt:lpstr>Problem 2 Solution – </vt:lpstr>
      <vt:lpstr>Problem 2 Solution – </vt:lpstr>
      <vt:lpstr>Problem 2 Solution –</vt:lpstr>
      <vt:lpstr>Problem 2 Solution – </vt:lpstr>
      <vt:lpstr>Problem 2 Solution – </vt:lpstr>
      <vt:lpstr>Problem 2 Solution –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Park, Wonjun</dc:creator>
  <cp:lastModifiedBy>Park, Wonjun</cp:lastModifiedBy>
  <cp:revision>21</cp:revision>
  <dcterms:created xsi:type="dcterms:W3CDTF">2025-08-27T00:41:02Z</dcterms:created>
  <dcterms:modified xsi:type="dcterms:W3CDTF">2025-11-13T04:04:14Z</dcterms:modified>
</cp:coreProperties>
</file>