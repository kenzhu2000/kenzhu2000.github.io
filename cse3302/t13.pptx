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75" r:id="rId2"/>
    <p:sldId id="358" r:id="rId3"/>
    <p:sldId id="373" r:id="rId4"/>
    <p:sldId id="378" r:id="rId5"/>
    <p:sldId id="374" r:id="rId6"/>
    <p:sldId id="375" r:id="rId7"/>
    <p:sldId id="379" r:id="rId8"/>
    <p:sldId id="376" r:id="rId9"/>
    <p:sldId id="377" r:id="rId10"/>
    <p:sldId id="380" r:id="rId11"/>
    <p:sldId id="381" r:id="rId12"/>
    <p:sldId id="382" r:id="rId13"/>
    <p:sldId id="383" r:id="rId14"/>
    <p:sldId id="28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5" autoAdjust="0"/>
    <p:restoredTop sz="81921" autoAdjust="0"/>
  </p:normalViewPr>
  <p:slideViewPr>
    <p:cSldViewPr snapToGrid="0">
      <p:cViewPr varScale="1">
        <p:scale>
          <a:sx n="90" d="100"/>
          <a:sy n="90" d="100"/>
        </p:scale>
        <p:origin x="14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42834-A923-415F-BF9C-1B2F00B6F7D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A8166-61D3-44AA-A36C-C4C8A9BB4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40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72D81-6A5E-AE1F-97E1-2242FE188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1A60B-FA3B-BD37-FD4D-43F259421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E2770-FDE1-738D-CFF0-0FD994440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42361-FC6B-53B1-96B1-3C04567D3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8683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D3FC-C6CA-04C9-5B53-2D36693C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06ED1-F382-7ECC-4F33-0E5B7E548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2CAC4-FE46-3B16-C977-CBF39E5BB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16016-66A8-061E-E954-1FA7BDF6D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521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FBF02-BD2F-1511-D867-3D7E1584D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A087E-9D22-D9D3-D52A-B520FBD9D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B9C7A-F102-2187-A9C3-DC68B3D49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EBF89-5CD3-B036-A8B1-7615ED591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702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66ECA-E222-9F8F-3C9E-FC692F958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1FFFA-98A4-55DD-0F6F-AE4F0EF40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D1CB0-F505-A925-35C0-9C3EF4BDF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08E49-F5C6-2F93-19FD-54F091BCC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0873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65A2-1E81-472D-70B6-9A6673D03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27078-E532-13D8-45D5-C5970B33F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80949-0586-8A56-FC71-3F6F48B64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6A085-16C3-7606-4203-F575574AA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367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44CDD-6749-8D33-6BAC-0E8AA98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2CCB7-E20F-70F1-5ED0-3D7BB97EB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2B162-B636-A0A1-A656-2E46757CC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38A7F-1B50-B2C2-96CC-8D74E7D45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2742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E572-BD82-2AFD-134B-41E6C857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698B00-5E39-3185-5AA7-C1F397440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2DAE5-3C47-430F-5D09-66BEA0465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C5AAD-9A40-D499-B327-61F637B67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93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AEDF-2629-C377-40BF-72C47B80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71719-85E7-EE40-5F35-A88016D2F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C71D9-FF09-ADE7-69B6-55E608922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E1CCD-7AB0-3657-11D1-D30DDF05E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869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6945-D468-8EAE-E6CB-613AA649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99D61-97AA-3E26-AF43-41F14AC27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ABA00-2F11-8899-7E0C-3E231E79E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693CC-BC2D-E7F0-FC47-88B274A00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138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29F76-33DF-2E03-0C39-6B5BB0FAC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148DC-FEF6-72FA-1BE8-069D32EF5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9853E-FD7B-E852-0A9A-1CA45A7E8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B4021-42F9-412D-A770-DA6277DA6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618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7BBF1-4F92-AA72-0F16-46D699B10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1F3D7-258C-6D42-7E63-C31E485C1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D1634-1D29-6238-7CB8-F7DBC413E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9A94C-AE27-2EFF-AAD8-975ABBE81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2103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855E0-3F48-1643-C86B-1B1535DBB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92ADB-6A05-D49A-111B-9FA3AB8AF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AAA20-D9A6-3FCC-964F-F8A63FCD6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87DE2-71FC-BEE0-D440-BE944DE82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583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8495" y="4750278"/>
            <a:ext cx="6968291" cy="194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7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404376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8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08800" y="3655551"/>
            <a:ext cx="4878917" cy="1197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0552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380617"/>
            <a:ext cx="10972800" cy="1143004"/>
          </a:xfrm>
        </p:spPr>
        <p:txBody>
          <a:bodyPr>
            <a:normAutofit/>
          </a:bodyPr>
          <a:lstStyle>
            <a:lvl1pPr>
              <a:defRPr sz="5867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3372856"/>
            <a:ext cx="10972800" cy="90593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2722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8665"/>
            <a:ext cx="10972800" cy="11430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1167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10972800" cy="4131733"/>
          </a:xfrm>
        </p:spPr>
        <p:txBody>
          <a:bodyPr>
            <a:normAutofit/>
          </a:bodyPr>
          <a:lstStyle>
            <a:lvl1pPr marL="457189" indent="-457189">
              <a:buFont typeface="Wingdings" pitchFamily="2" charset="2"/>
              <a:buChar char="§"/>
              <a:defRPr sz="2133"/>
            </a:lvl1pPr>
            <a:lvl2pPr marL="990575" indent="-380990">
              <a:buFont typeface="Wingdings" pitchFamily="2" charset="2"/>
              <a:buChar char="§"/>
              <a:defRPr sz="2133"/>
            </a:lvl2pPr>
            <a:lvl3pPr marL="1523962" indent="-304792">
              <a:buFont typeface="Wingdings" pitchFamily="2" charset="2"/>
              <a:buChar char="§"/>
              <a:defRPr sz="2133"/>
            </a:lvl3pPr>
            <a:lvl4pPr marL="2133547" indent="-304792">
              <a:buFont typeface="Wingdings" pitchFamily="2" charset="2"/>
              <a:buChar char="§"/>
              <a:defRPr sz="2133"/>
            </a:lvl4pPr>
            <a:lvl5pPr marL="2743131" indent="-304792">
              <a:buFont typeface="Wingdings" pitchFamily="2" charset="2"/>
              <a:buChar char="§"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661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0659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5384800" cy="4131733"/>
          </a:xfrm>
        </p:spPr>
        <p:txBody>
          <a:bodyPr>
            <a:normAutofit/>
          </a:bodyPr>
          <a:lstStyle>
            <a:lvl1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197600" y="1747522"/>
            <a:ext cx="5384800" cy="4131733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663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3335" y="1481545"/>
            <a:ext cx="3628573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3333" y="3808021"/>
            <a:ext cx="3628575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892467" y="1481545"/>
            <a:ext cx="3525653" cy="2326476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879271" y="3980299"/>
            <a:ext cx="3628575" cy="262840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11889" y="1490548"/>
            <a:ext cx="3910937" cy="2215640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67023" y="3980299"/>
            <a:ext cx="3937332" cy="261323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5840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20737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60947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0755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11270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8841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609585" rtl="0" eaLnBrk="1" latinLnBrk="0" hangingPunct="1">
        <a:spcBef>
          <a:spcPct val="0"/>
        </a:spcBef>
        <a:buNone/>
        <a:defRPr sz="4667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03" y="563071"/>
            <a:ext cx="10972800" cy="2344263"/>
          </a:xfrm>
        </p:spPr>
        <p:txBody>
          <a:bodyPr>
            <a:noAutofit/>
          </a:bodyPr>
          <a:lstStyle/>
          <a:p>
            <a:r>
              <a:rPr lang="en-US" sz="4800" dirty="0"/>
              <a:t>Tutorial 13</a:t>
            </a:r>
            <a:endParaRPr lang="en-US" altLang="zh-CN" sz="5333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4906266"/>
            <a:ext cx="10972800" cy="1244300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4/15/2026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482103" y="3284650"/>
            <a:ext cx="10972800" cy="124430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 fontAlgn="base"/>
            <a:r>
              <a:rPr lang="fr-FR" altLang="zh-CN" sz="3733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16 &amp; HW 11</a:t>
            </a:r>
            <a:endParaRPr lang="en-US" altLang="zh-CN" sz="3733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631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04F2C-62F6-673D-6AEB-4987E8AF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DCA8E4-BD19-E027-1F25-0432B9E5D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60174" cy="365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74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F8C0-B209-AA15-6C57-7BFB3790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F16A03-6A64-D6E9-5D36-ADE9817C0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4814" cy="509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3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3B9EF-47B9-0EEC-6C2C-D16893C80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9FC47C-634C-264D-9D52-B43D90A08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43" y="0"/>
            <a:ext cx="10653467" cy="60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34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4841E-4281-2C69-1663-940DC757A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2B852D-6E9C-F1FB-2C1F-82CE2BA4D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54043" cy="54911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D66244-3574-B6AE-6F4F-A8657D7CF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571" y="5753549"/>
            <a:ext cx="5557735" cy="369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5FB225-3931-3878-FFF9-60F23D5AC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4693" y="6201461"/>
            <a:ext cx="4369306" cy="53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031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B1395-42D1-AA4C-0409-7C29ADB43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3222ED-CE25-F2D3-8877-2910FA2E4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658224" cy="15430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C9EE4D-2F5F-35D1-E478-9510C5420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61808"/>
            <a:ext cx="8695238" cy="4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55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A9607-6A5E-85B4-1387-E419ADAB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141683-3FC1-3F17-2389-BB02C9E4A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714286" cy="2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8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60228-FDEA-8938-3CC8-A1D597362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23CD6E-EE3C-8476-7B26-A1D9C2F12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656874" cy="227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07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4F1E-D2F9-6D2A-3778-77211DC4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0FB2B9-8B5D-FB30-9DEB-E8054E52D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066667" cy="3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12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B883F-AAB5-FE7C-4EC8-532B52C88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570EF9-80B8-15B6-6C1F-F5D27F7D4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780952" cy="6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62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C210D-8E3B-9A5D-8184-EF99EA21C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5116AD-5BEB-A56C-B4A9-D9BE4D691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704762" cy="4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80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CF790-9417-7FC8-5754-55AC32EE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9F498E-20D7-F3BE-356F-5607B5084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809524" cy="5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804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C15CC-C2AF-A868-BDE3-C9255D63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4E2CEA-1C3B-31C1-B74E-77FC45B96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685714" cy="5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03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5379</TotalTime>
  <Words>29</Words>
  <Application>Microsoft Office PowerPoint</Application>
  <PresentationFormat>Widescreen</PresentationFormat>
  <Paragraphs>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黑体</vt:lpstr>
      <vt:lpstr>Aptos</vt:lpstr>
      <vt:lpstr>Arial</vt:lpstr>
      <vt:lpstr>Calibri</vt:lpstr>
      <vt:lpstr>Helvetica</vt:lpstr>
      <vt:lpstr>Wingdings</vt:lpstr>
      <vt:lpstr>UTA Accessible Template</vt:lpstr>
      <vt:lpstr>Tutorial 13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Weiran</dc:creator>
  <cp:lastModifiedBy>Zhang, Weiran</cp:lastModifiedBy>
  <cp:revision>104</cp:revision>
  <dcterms:created xsi:type="dcterms:W3CDTF">2026-01-19T23:51:43Z</dcterms:created>
  <dcterms:modified xsi:type="dcterms:W3CDTF">2026-04-16T01:36:10Z</dcterms:modified>
</cp:coreProperties>
</file>