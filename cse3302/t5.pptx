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7"/>
  </p:notesMasterIdLst>
  <p:sldIdLst>
    <p:sldId id="275" r:id="rId2"/>
    <p:sldId id="322" r:id="rId3"/>
    <p:sldId id="357" r:id="rId4"/>
    <p:sldId id="368" r:id="rId5"/>
    <p:sldId id="359" r:id="rId6"/>
    <p:sldId id="382" r:id="rId7"/>
    <p:sldId id="386" r:id="rId8"/>
    <p:sldId id="389" r:id="rId9"/>
    <p:sldId id="390" r:id="rId10"/>
    <p:sldId id="392" r:id="rId11"/>
    <p:sldId id="391" r:id="rId12"/>
    <p:sldId id="381" r:id="rId13"/>
    <p:sldId id="388" r:id="rId14"/>
    <p:sldId id="387" r:id="rId15"/>
    <p:sldId id="287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15" autoAdjust="0"/>
    <p:restoredTop sz="74953" autoAdjust="0"/>
  </p:normalViewPr>
  <p:slideViewPr>
    <p:cSldViewPr snapToGrid="0">
      <p:cViewPr varScale="1">
        <p:scale>
          <a:sx n="119" d="100"/>
          <a:sy n="119" d="100"/>
        </p:scale>
        <p:origin x="420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142834-A923-415F-BF9C-1B2F00B6F7DD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EA8166-61D3-44AA-A36C-C4C8A9BB4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8404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77443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56FC7-7B57-9B34-0849-C63EFD745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6A493-5B8F-B9CD-9EE4-713326D268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2D1DF-D2CD-F0BF-62DF-8107F92439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499663-8861-F76C-865E-A2D41C6D02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736759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F97BB0-077F-D10F-EC57-35E30B2D2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BE2FF1-88C4-CB8B-434E-A9B3E079F7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ED8BBB-A6BF-A5B1-1909-A8C14F1D02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ED0062-B18B-4B98-14A5-403497FDD8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726183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DED8F-89C4-F1E5-24CC-B914AFAA7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DA626-3B92-6D9B-01A0-D3721D6802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2F07F3-24BD-57C0-00A7-69D4C97745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77B2BB-84B0-0FDF-595A-439618A6B6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94475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56FC7-7B57-9B34-0849-C63EFD745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6A493-5B8F-B9CD-9EE4-713326D268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2D1DF-D2CD-F0BF-62DF-8107F92439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499663-8861-F76C-865E-A2D41C6D02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736759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AA244-FBBD-B350-A707-FE661EA25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3FB936-6BE8-8FD4-169E-DF02A8E7AD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A6A63D-8616-F9CA-9BE6-0C55A691AA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A82FC7-3417-E23C-C0E1-87CC495A79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688320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0A5A0-CBD9-5475-D5A3-BD87AC142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A92D80-4EA3-5A8E-1B0E-97A0091BF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EC43A5-2FB7-A9D9-B94A-BE65F6B702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B8C1BB-9B06-4BA1-F210-869A82A068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807106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33644-99AD-AB4A-2839-7066AB3A6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75E3BA-9092-35FF-12BD-9C743840E9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C268D3-A3BC-4C05-4532-F0DE75AE50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04DF1-9C08-4E99-185C-2FDD1A6912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21587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4EE74-2C4F-C2AC-C101-0BA383198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F54E8E-9DEA-4668-EA01-94228722DC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19B86D-47DF-D5E8-F93E-4DBDF793AD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107BA2-9A7C-F7E2-44EA-AB39D68B26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904735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A5E2D-13F7-3A5B-0248-8B16EF38A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A5C838-6CAD-48A7-3675-F63249A66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F796EC-2100-CDD3-32C8-50B69DB988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753FCD-88FA-8F38-8D04-E7B41B37E0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119516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7D4F6-B9CA-AEC7-C729-9B4A13092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B22A88-4504-CF23-0A59-8CFF113EC2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2D2F66-79DA-1802-B615-42119F6CC1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110FD9-B59A-9705-945E-BB133172EA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433682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29768-CE99-1F04-DF6F-897A2DAD7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311044-F63B-9E6A-75AE-EABA60FF5F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FBB148-A47D-44DC-E6AF-32DAC2571B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065C3A-2EF8-6821-8B12-DC599CEC4D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58938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1EB07-E550-04D4-D25C-AA999A9FC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E0292F-4BEA-7C0C-8A8C-79B3AFAAC8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FADEA5-BC7E-5616-7448-97503EFCC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6F2C8B-5222-5951-59CC-A27A055157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80C5E2-78CD-F746-9BAF-2B89BCAF7EB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3734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05957-EEF1-E63D-3A1F-FBC7C37ED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E051AD-527E-58AE-58E0-E2672553A0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69BF27-DE12-9A76-26C9-F8807DBA64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853C76-5FA9-C25B-391E-DA60D1CF2D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154397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738522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TA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5447" y="1955800"/>
            <a:ext cx="10972800" cy="1143001"/>
          </a:xfrm>
          <a:noFill/>
        </p:spPr>
        <p:txBody>
          <a:bodyPr>
            <a:normAutofit/>
          </a:bodyPr>
          <a:lstStyle>
            <a:lvl1pPr algn="l">
              <a:defRPr sz="5333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15447" y="2868634"/>
            <a:ext cx="10972799" cy="574517"/>
          </a:xfrm>
        </p:spPr>
        <p:txBody>
          <a:bodyPr/>
          <a:lstStyle>
            <a:lvl1pPr marL="0" indent="0">
              <a:buNone/>
              <a:defRPr sz="2667">
                <a:solidFill>
                  <a:schemeClr val="bg1"/>
                </a:solidFill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920551" y="3510709"/>
            <a:ext cx="6515952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815447" y="3655551"/>
            <a:ext cx="5486400" cy="389181"/>
          </a:xfrm>
        </p:spPr>
        <p:txBody>
          <a:bodyPr>
            <a:normAutofit/>
          </a:bodyPr>
          <a:lstStyle>
            <a:lvl1pPr marL="0" indent="0">
              <a:buNone/>
              <a:defRPr sz="2400" b="1">
                <a:solidFill>
                  <a:schemeClr val="bg1"/>
                </a:solidFill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15447" y="4045017"/>
            <a:ext cx="3111500" cy="387996"/>
          </a:xfrm>
        </p:spPr>
        <p:txBody>
          <a:bodyPr>
            <a:normAutofit/>
          </a:bodyPr>
          <a:lstStyle>
            <a:lvl1pPr marL="0" indent="0">
              <a:buNone/>
              <a:defRPr sz="1867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  <p:pic>
        <p:nvPicPr>
          <p:cNvPr id="5" name="Picture 4" descr="Text&#10;&#10;Description automatically generated">
            <a:extLst>
              <a:ext uri="{FF2B5EF4-FFF2-40B4-BE49-F238E27FC236}">
                <a16:creationId xmlns:a16="http://schemas.microsoft.com/office/drawing/2014/main" id="{031E7C7E-200A-F626-0A3D-92CC978B8DA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638495" y="4750278"/>
            <a:ext cx="6968291" cy="1941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4796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 Signature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5447" y="1955800"/>
            <a:ext cx="10972800" cy="1143001"/>
          </a:xfrm>
          <a:noFill/>
        </p:spPr>
        <p:txBody>
          <a:bodyPr>
            <a:normAutofit/>
          </a:bodyPr>
          <a:lstStyle>
            <a:lvl1pPr algn="l">
              <a:defRPr sz="5333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15447" y="2868634"/>
            <a:ext cx="10972799" cy="574517"/>
          </a:xfrm>
        </p:spPr>
        <p:txBody>
          <a:bodyPr/>
          <a:lstStyle>
            <a:lvl1pPr marL="0" indent="0">
              <a:buNone/>
              <a:defRPr sz="2667">
                <a:solidFill>
                  <a:schemeClr val="bg1"/>
                </a:solidFill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920551" y="3510709"/>
            <a:ext cx="6515952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815447" y="3655551"/>
            <a:ext cx="5486400" cy="389181"/>
          </a:xfrm>
        </p:spPr>
        <p:txBody>
          <a:bodyPr>
            <a:normAutofit/>
          </a:bodyPr>
          <a:lstStyle>
            <a:lvl1pPr marL="0" indent="0">
              <a:buNone/>
              <a:defRPr sz="2400" b="1">
                <a:solidFill>
                  <a:schemeClr val="bg1"/>
                </a:solidFill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15447" y="4045017"/>
            <a:ext cx="3111500" cy="387996"/>
          </a:xfrm>
        </p:spPr>
        <p:txBody>
          <a:bodyPr>
            <a:normAutofit/>
          </a:bodyPr>
          <a:lstStyle>
            <a:lvl1pPr marL="0" indent="0">
              <a:buNone/>
              <a:defRPr sz="1867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</p:spTree>
    <p:extLst>
      <p:ext uri="{BB962C8B-B14F-4D97-AF65-F5344CB8AC3E}">
        <p14:creationId xmlns:p14="http://schemas.microsoft.com/office/powerpoint/2010/main" val="40437679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lt Signature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5447" y="1955800"/>
            <a:ext cx="10972800" cy="1143001"/>
          </a:xfrm>
          <a:noFill/>
        </p:spPr>
        <p:txBody>
          <a:bodyPr>
            <a:normAutofit/>
          </a:bodyPr>
          <a:lstStyle>
            <a:lvl1pPr algn="l">
              <a:defRPr sz="5333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15447" y="2868634"/>
            <a:ext cx="10972799" cy="574517"/>
          </a:xfrm>
        </p:spPr>
        <p:txBody>
          <a:bodyPr/>
          <a:lstStyle>
            <a:lvl1pPr marL="0" indent="0">
              <a:buNone/>
              <a:defRPr sz="2667">
                <a:solidFill>
                  <a:schemeClr val="bg1"/>
                </a:solidFill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920551" y="3510709"/>
            <a:ext cx="6515952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815447" y="3655551"/>
            <a:ext cx="5486400" cy="389181"/>
          </a:xfrm>
        </p:spPr>
        <p:txBody>
          <a:bodyPr>
            <a:normAutofit/>
          </a:bodyPr>
          <a:lstStyle>
            <a:lvl1pPr marL="0" indent="0">
              <a:buNone/>
              <a:defRPr sz="2400" b="1">
                <a:solidFill>
                  <a:schemeClr val="bg1"/>
                </a:solidFill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15447" y="4045017"/>
            <a:ext cx="3111500" cy="387996"/>
          </a:xfrm>
        </p:spPr>
        <p:txBody>
          <a:bodyPr>
            <a:normAutofit/>
          </a:bodyPr>
          <a:lstStyle>
            <a:lvl1pPr marL="0" indent="0">
              <a:buNone/>
              <a:defRPr sz="1867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516F1EA-8163-2F90-809C-BB51A31AB50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656694" y="5179121"/>
            <a:ext cx="6108700" cy="1411816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6868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lt Signature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5447" y="1955800"/>
            <a:ext cx="10972800" cy="1143001"/>
          </a:xfrm>
          <a:noFill/>
        </p:spPr>
        <p:txBody>
          <a:bodyPr>
            <a:normAutofit/>
          </a:bodyPr>
          <a:lstStyle>
            <a:lvl1pPr algn="l">
              <a:defRPr sz="5333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15447" y="2868634"/>
            <a:ext cx="10972799" cy="574517"/>
          </a:xfrm>
        </p:spPr>
        <p:txBody>
          <a:bodyPr/>
          <a:lstStyle>
            <a:lvl1pPr marL="0" indent="0">
              <a:buNone/>
              <a:defRPr sz="2667">
                <a:solidFill>
                  <a:schemeClr val="bg1"/>
                </a:solidFill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920551" y="3510709"/>
            <a:ext cx="6515952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815447" y="3655551"/>
            <a:ext cx="5486400" cy="389181"/>
          </a:xfrm>
        </p:spPr>
        <p:txBody>
          <a:bodyPr>
            <a:normAutofit/>
          </a:bodyPr>
          <a:lstStyle>
            <a:lvl1pPr marL="0" indent="0">
              <a:buNone/>
              <a:defRPr sz="2400" b="1">
                <a:solidFill>
                  <a:schemeClr val="bg1"/>
                </a:solidFill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15447" y="4045017"/>
            <a:ext cx="3111500" cy="387996"/>
          </a:xfrm>
        </p:spPr>
        <p:txBody>
          <a:bodyPr>
            <a:normAutofit/>
          </a:bodyPr>
          <a:lstStyle>
            <a:lvl1pPr marL="0" indent="0">
              <a:buNone/>
              <a:defRPr sz="1867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516F1EA-8163-2F90-809C-BB51A31AB50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656694" y="5179121"/>
            <a:ext cx="6108700" cy="1411816"/>
          </a:xfrm>
        </p:spPr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3255C03-226B-5FC2-208E-578716830E5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08800" y="3655551"/>
            <a:ext cx="4878917" cy="11979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705523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/>
          <p:cNvSpPr>
            <a:spLocks noGrp="1"/>
          </p:cNvSpPr>
          <p:nvPr>
            <p:ph type="title"/>
          </p:nvPr>
        </p:nvSpPr>
        <p:spPr>
          <a:xfrm>
            <a:off x="609600" y="2380617"/>
            <a:ext cx="10972800" cy="1143004"/>
          </a:xfrm>
        </p:spPr>
        <p:txBody>
          <a:bodyPr>
            <a:normAutofit/>
          </a:bodyPr>
          <a:lstStyle>
            <a:lvl1pPr>
              <a:defRPr sz="5867" b="1" i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DB257BD6-4D9A-CD45-BCE2-728C5AB620C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09600" y="3372856"/>
            <a:ext cx="10972800" cy="905933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2527222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88B4A6B9-381D-5D40-84AC-41D60C0A0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18665"/>
            <a:ext cx="10972800" cy="1143000"/>
          </a:xfrm>
        </p:spPr>
        <p:txBody>
          <a:bodyPr>
            <a:normAutofit/>
          </a:bodyPr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H2 Subtitle">
            <a:extLst>
              <a:ext uri="{FF2B5EF4-FFF2-40B4-BE49-F238E27FC236}">
                <a16:creationId xmlns:a16="http://schemas.microsoft.com/office/drawing/2014/main" id="{5B196C90-74A6-5E42-A204-A1E0DBCB6799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09600" y="1116753"/>
            <a:ext cx="10972800" cy="451275"/>
          </a:xfrm>
        </p:spPr>
        <p:txBody>
          <a:bodyPr>
            <a:noAutofit/>
          </a:bodyPr>
          <a:lstStyle>
            <a:lvl1pPr marL="0" indent="0" algn="ctr">
              <a:buNone/>
              <a:defRPr sz="2667">
                <a:solidFill>
                  <a:srgbClr val="00599B"/>
                </a:solidFill>
              </a:defRPr>
            </a:lvl1pPr>
            <a:lvl2pPr marL="609585" indent="0">
              <a:buNone/>
              <a:defRPr sz="3200">
                <a:solidFill>
                  <a:srgbClr val="00599B"/>
                </a:solidFill>
              </a:defRPr>
            </a:lvl2pPr>
            <a:lvl3pPr marL="1219170" indent="0">
              <a:buNone/>
              <a:defRPr sz="3200">
                <a:solidFill>
                  <a:srgbClr val="00599B"/>
                </a:solidFill>
              </a:defRPr>
            </a:lvl3pPr>
            <a:lvl4pPr marL="1828754" indent="0">
              <a:buNone/>
              <a:defRPr sz="3200">
                <a:solidFill>
                  <a:srgbClr val="00599B"/>
                </a:solidFill>
              </a:defRPr>
            </a:lvl4pPr>
            <a:lvl5pPr marL="2438339" indent="0">
              <a:buNone/>
              <a:defRPr sz="3200">
                <a:solidFill>
                  <a:srgbClr val="00599B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Body Content">
            <a:extLst>
              <a:ext uri="{FF2B5EF4-FFF2-40B4-BE49-F238E27FC236}">
                <a16:creationId xmlns:a16="http://schemas.microsoft.com/office/drawing/2014/main" id="{4F275BD8-ECF8-F54B-B4E2-A66F7AB27D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47522"/>
            <a:ext cx="10972800" cy="4131733"/>
          </a:xfrm>
        </p:spPr>
        <p:txBody>
          <a:bodyPr>
            <a:normAutofit/>
          </a:bodyPr>
          <a:lstStyle>
            <a:lvl1pPr marL="457189" indent="-457189">
              <a:buFont typeface="Wingdings" pitchFamily="2" charset="2"/>
              <a:buChar char="§"/>
              <a:defRPr sz="2133"/>
            </a:lvl1pPr>
            <a:lvl2pPr marL="990575" indent="-380990">
              <a:buFont typeface="Wingdings" pitchFamily="2" charset="2"/>
              <a:buChar char="§"/>
              <a:defRPr sz="2133"/>
            </a:lvl2pPr>
            <a:lvl3pPr marL="1523962" indent="-304792">
              <a:buFont typeface="Wingdings" pitchFamily="2" charset="2"/>
              <a:buChar char="§"/>
              <a:defRPr sz="2133"/>
            </a:lvl3pPr>
            <a:lvl4pPr marL="2133547" indent="-304792">
              <a:buFont typeface="Wingdings" pitchFamily="2" charset="2"/>
              <a:buChar char="§"/>
              <a:defRPr sz="2133"/>
            </a:lvl4pPr>
            <a:lvl5pPr marL="2743131" indent="-304792">
              <a:buFont typeface="Wingdings" pitchFamily="2" charset="2"/>
              <a:buChar char="§"/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1661475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1 Title">
            <a:extLst>
              <a:ext uri="{FF2B5EF4-FFF2-40B4-BE49-F238E27FC236}">
                <a16:creationId xmlns:a16="http://schemas.microsoft.com/office/drawing/2014/main" id="{32D9C8E5-1CF3-6F45-9C03-04506B4E5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66265"/>
            <a:ext cx="10972800" cy="1143000"/>
          </a:xfrm>
        </p:spPr>
        <p:txBody>
          <a:bodyPr>
            <a:normAutofit/>
          </a:bodyPr>
          <a:lstStyle>
            <a:lvl1pPr>
              <a:defRPr sz="4267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H2 Subtitle">
            <a:extLst>
              <a:ext uri="{FF2B5EF4-FFF2-40B4-BE49-F238E27FC236}">
                <a16:creationId xmlns:a16="http://schemas.microsoft.com/office/drawing/2014/main" id="{7E449A25-5BA8-A049-892B-A920427B81B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09600" y="1065953"/>
            <a:ext cx="10972800" cy="451275"/>
          </a:xfrm>
        </p:spPr>
        <p:txBody>
          <a:bodyPr>
            <a:noAutofit/>
          </a:bodyPr>
          <a:lstStyle>
            <a:lvl1pPr marL="0" indent="0" algn="ctr">
              <a:buNone/>
              <a:defRPr sz="2667">
                <a:solidFill>
                  <a:srgbClr val="00599B"/>
                </a:solidFill>
              </a:defRPr>
            </a:lvl1pPr>
            <a:lvl2pPr marL="609585" indent="0">
              <a:buNone/>
              <a:defRPr sz="3200">
                <a:solidFill>
                  <a:srgbClr val="00599B"/>
                </a:solidFill>
              </a:defRPr>
            </a:lvl2pPr>
            <a:lvl3pPr marL="1219170" indent="0">
              <a:buNone/>
              <a:defRPr sz="3200">
                <a:solidFill>
                  <a:srgbClr val="00599B"/>
                </a:solidFill>
              </a:defRPr>
            </a:lvl3pPr>
            <a:lvl4pPr marL="1828754" indent="0">
              <a:buNone/>
              <a:defRPr sz="3200">
                <a:solidFill>
                  <a:srgbClr val="00599B"/>
                </a:solidFill>
              </a:defRPr>
            </a:lvl4pPr>
            <a:lvl5pPr marL="2438339" indent="0">
              <a:buNone/>
              <a:defRPr sz="3200">
                <a:solidFill>
                  <a:srgbClr val="00599B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Body Content 1"/>
          <p:cNvSpPr>
            <a:spLocks noGrp="1"/>
          </p:cNvSpPr>
          <p:nvPr>
            <p:ph sz="half" idx="1"/>
          </p:nvPr>
        </p:nvSpPr>
        <p:spPr>
          <a:xfrm>
            <a:off x="609600" y="1747522"/>
            <a:ext cx="5384800" cy="4131733"/>
          </a:xfrm>
        </p:spPr>
        <p:txBody>
          <a:bodyPr>
            <a:normAutofit/>
          </a:bodyPr>
          <a:lstStyle>
            <a:lvl1pPr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133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4" name="Body Content 2"/>
          <p:cNvSpPr>
            <a:spLocks noGrp="1"/>
          </p:cNvSpPr>
          <p:nvPr>
            <p:ph sz="half" idx="2"/>
          </p:nvPr>
        </p:nvSpPr>
        <p:spPr>
          <a:xfrm>
            <a:off x="6197600" y="1747522"/>
            <a:ext cx="5384800" cy="4131733"/>
          </a:xfrm>
        </p:spPr>
        <p:txBody>
          <a:bodyPr>
            <a:normAutofit/>
          </a:bodyPr>
          <a:lstStyle>
            <a:lvl1pPr marL="380990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90575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523962" indent="-304792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133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8966345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1 Title">
            <a:extLst>
              <a:ext uri="{FF2B5EF4-FFF2-40B4-BE49-F238E27FC236}">
                <a16:creationId xmlns:a16="http://schemas.microsoft.com/office/drawing/2014/main" id="{32D9C8E5-1CF3-6F45-9C03-04506B4E5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66265"/>
            <a:ext cx="10972800" cy="1143000"/>
          </a:xfrm>
        </p:spPr>
        <p:txBody>
          <a:bodyPr>
            <a:normAutofit/>
          </a:bodyPr>
          <a:lstStyle>
            <a:lvl1pPr>
              <a:defRPr sz="4267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Body Content 2"/>
          <p:cNvSpPr>
            <a:spLocks noGrp="1"/>
          </p:cNvSpPr>
          <p:nvPr>
            <p:ph sz="half" idx="2"/>
          </p:nvPr>
        </p:nvSpPr>
        <p:spPr>
          <a:xfrm>
            <a:off x="63335" y="1481545"/>
            <a:ext cx="3628573" cy="2224644"/>
          </a:xfrm>
        </p:spPr>
        <p:txBody>
          <a:bodyPr>
            <a:normAutofit/>
          </a:bodyPr>
          <a:lstStyle>
            <a:lvl1pPr marL="380990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90575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523962" indent="-304792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133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2" name="Body Content 2">
            <a:extLst>
              <a:ext uri="{FF2B5EF4-FFF2-40B4-BE49-F238E27FC236}">
                <a16:creationId xmlns:a16="http://schemas.microsoft.com/office/drawing/2014/main" id="{AF760239-E1E4-98A8-BC2A-AD64F71B7E0D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3333" y="3808021"/>
            <a:ext cx="3628575" cy="2224644"/>
          </a:xfrm>
        </p:spPr>
        <p:txBody>
          <a:bodyPr>
            <a:normAutofit/>
          </a:bodyPr>
          <a:lstStyle>
            <a:lvl1pPr marL="380990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90575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523962" indent="-304792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133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Body Content 2">
            <a:extLst>
              <a:ext uri="{FF2B5EF4-FFF2-40B4-BE49-F238E27FC236}">
                <a16:creationId xmlns:a16="http://schemas.microsoft.com/office/drawing/2014/main" id="{52458702-0A0A-743A-4663-E0EA4FBC4EB5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3892467" y="1481545"/>
            <a:ext cx="3525653" cy="2326476"/>
          </a:xfrm>
        </p:spPr>
        <p:txBody>
          <a:bodyPr>
            <a:normAutofit/>
          </a:bodyPr>
          <a:lstStyle>
            <a:lvl1pPr marL="380990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90575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523962" indent="-304792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133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Body Content 2">
            <a:extLst>
              <a:ext uri="{FF2B5EF4-FFF2-40B4-BE49-F238E27FC236}">
                <a16:creationId xmlns:a16="http://schemas.microsoft.com/office/drawing/2014/main" id="{E7DCE5C4-5A12-8BD9-2E79-6B094F4C1FDC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3879271" y="3980299"/>
            <a:ext cx="3628575" cy="2628405"/>
          </a:xfrm>
        </p:spPr>
        <p:txBody>
          <a:bodyPr>
            <a:normAutofit/>
          </a:bodyPr>
          <a:lstStyle>
            <a:lvl1pPr marL="380990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90575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523962" indent="-304792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133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9" name="Body Content 2">
            <a:extLst>
              <a:ext uri="{FF2B5EF4-FFF2-40B4-BE49-F238E27FC236}">
                <a16:creationId xmlns:a16="http://schemas.microsoft.com/office/drawing/2014/main" id="{3180402C-B205-3B02-80EC-1389CEFE02F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011889" y="1490548"/>
            <a:ext cx="3910937" cy="2215640"/>
          </a:xfrm>
        </p:spPr>
        <p:txBody>
          <a:bodyPr>
            <a:normAutofit/>
          </a:bodyPr>
          <a:lstStyle>
            <a:lvl1pPr marL="380990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90575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523962" indent="-304792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133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0" name="Body Content 2">
            <a:extLst>
              <a:ext uri="{FF2B5EF4-FFF2-40B4-BE49-F238E27FC236}">
                <a16:creationId xmlns:a16="http://schemas.microsoft.com/office/drawing/2014/main" id="{1D0698A4-F993-1339-EDDC-E122275B26EE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967023" y="3980299"/>
            <a:ext cx="3937332" cy="2613235"/>
          </a:xfrm>
        </p:spPr>
        <p:txBody>
          <a:bodyPr>
            <a:normAutofit/>
          </a:bodyPr>
          <a:lstStyle>
            <a:lvl1pPr marL="380990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90575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523962" indent="-304792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133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6584093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de 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-1284803"/>
            <a:ext cx="10972800" cy="1143000"/>
          </a:xfrm>
        </p:spPr>
        <p:txBody>
          <a:bodyPr/>
          <a:lstStyle>
            <a:lvl1pPr>
              <a:defRPr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Wide Table">
            <a:extLst>
              <a:ext uri="{FF2B5EF4-FFF2-40B4-BE49-F238E27FC236}">
                <a16:creationId xmlns:a16="http://schemas.microsoft.com/office/drawing/2014/main" id="{A31F2DD0-A818-C246-A801-671F4BC29942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304800" y="381000"/>
            <a:ext cx="11582400" cy="6096000"/>
          </a:xfrm>
        </p:spPr>
        <p:txBody>
          <a:bodyPr/>
          <a:lstStyle/>
          <a:p>
            <a:r>
              <a:rPr lang="en-US"/>
              <a:t>Click icon to add table</a:t>
            </a:r>
          </a:p>
        </p:txBody>
      </p:sp>
    </p:spTree>
    <p:extLst>
      <p:ext uri="{BB962C8B-B14F-4D97-AF65-F5344CB8AC3E}">
        <p14:creationId xmlns:p14="http://schemas.microsoft.com/office/powerpoint/2010/main" val="12073754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de Char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-1284803"/>
            <a:ext cx="10972800" cy="1143000"/>
          </a:xfrm>
        </p:spPr>
        <p:txBody>
          <a:bodyPr>
            <a:normAutofit/>
          </a:bodyPr>
          <a:lstStyle>
            <a:lvl1pPr>
              <a:defRPr sz="4267"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Wide Chart">
            <a:extLst>
              <a:ext uri="{FF2B5EF4-FFF2-40B4-BE49-F238E27FC236}">
                <a16:creationId xmlns:a16="http://schemas.microsoft.com/office/drawing/2014/main" id="{21B7D27F-640B-514B-9B11-9D1645F3F49A}"/>
              </a:ext>
            </a:extLst>
          </p:cNvPr>
          <p:cNvSpPr>
            <a:spLocks noGrp="1" noChangeAspect="1"/>
          </p:cNvSpPr>
          <p:nvPr>
            <p:ph type="chart" sz="quarter" idx="11"/>
          </p:nvPr>
        </p:nvSpPr>
        <p:spPr>
          <a:xfrm>
            <a:off x="304800" y="381000"/>
            <a:ext cx="11582400" cy="6096000"/>
          </a:xfrm>
        </p:spPr>
        <p:txBody>
          <a:bodyPr/>
          <a:lstStyle/>
          <a:p>
            <a:r>
              <a:rPr lang="en-US"/>
              <a:t>Click icon to add chart</a:t>
            </a:r>
          </a:p>
        </p:txBody>
      </p:sp>
    </p:spTree>
    <p:extLst>
      <p:ext uri="{BB962C8B-B14F-4D97-AF65-F5344CB8AC3E}">
        <p14:creationId xmlns:p14="http://schemas.microsoft.com/office/powerpoint/2010/main" val="36094761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-1284803"/>
            <a:ext cx="10972800" cy="1143000"/>
          </a:xfrm>
        </p:spPr>
        <p:txBody>
          <a:bodyPr>
            <a:normAutofit/>
          </a:bodyPr>
          <a:lstStyle>
            <a:lvl1pPr>
              <a:defRPr sz="4267"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Full Bleed Photo">
            <a:extLst>
              <a:ext uri="{FF2B5EF4-FFF2-40B4-BE49-F238E27FC236}">
                <a16:creationId xmlns:a16="http://schemas.microsoft.com/office/drawing/2014/main" id="{3D0D2707-18C2-FA48-9C1E-B114D1A3869D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-60960" y="-45720"/>
            <a:ext cx="12313920" cy="694944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9107556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-1284803"/>
            <a:ext cx="10972800" cy="1143000"/>
          </a:xfrm>
        </p:spPr>
        <p:txBody>
          <a:bodyPr>
            <a:normAutofit/>
          </a:bodyPr>
          <a:lstStyle>
            <a:lvl1pPr>
              <a:defRPr sz="4267"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ull Bleed Video">
            <a:extLst>
              <a:ext uri="{FF2B5EF4-FFF2-40B4-BE49-F238E27FC236}">
                <a16:creationId xmlns:a16="http://schemas.microsoft.com/office/drawing/2014/main" id="{E64AE5ED-FB71-2940-A0AA-8B776317FAB2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>
          <a:xfrm>
            <a:off x="-60960" y="-45720"/>
            <a:ext cx="12313920" cy="6949440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</p:spTree>
    <p:extLst>
      <p:ext uri="{BB962C8B-B14F-4D97-AF65-F5344CB8AC3E}">
        <p14:creationId xmlns:p14="http://schemas.microsoft.com/office/powerpoint/2010/main" val="21127013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Body Content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0884114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ctr" defTabSz="609585" rtl="0" eaLnBrk="1" latinLnBrk="0" hangingPunct="1">
        <a:spcBef>
          <a:spcPct val="0"/>
        </a:spcBef>
        <a:buNone/>
        <a:defRPr sz="4667" b="1" i="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457189" indent="-457189" algn="l" defTabSz="609585" rtl="0" eaLnBrk="1" latinLnBrk="0" hangingPunct="1">
        <a:spcBef>
          <a:spcPct val="20000"/>
        </a:spcBef>
        <a:buFont typeface="Wingdings" pitchFamily="2" charset="2"/>
        <a:buChar char="§"/>
        <a:defRPr sz="24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990575" indent="-380990" algn="l" defTabSz="609585" rtl="0" eaLnBrk="1" latinLnBrk="0" hangingPunct="1">
        <a:spcBef>
          <a:spcPct val="20000"/>
        </a:spcBef>
        <a:buFont typeface="Wingdings" pitchFamily="2" charset="2"/>
        <a:buChar char="§"/>
        <a:defRPr sz="24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523962" indent="-304792" algn="l" defTabSz="609585" rtl="0" eaLnBrk="1" latinLnBrk="0" hangingPunct="1">
        <a:spcBef>
          <a:spcPct val="20000"/>
        </a:spcBef>
        <a:buFont typeface="Wingdings" pitchFamily="2" charset="2"/>
        <a:buChar char="§"/>
        <a:defRPr sz="24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2133547" indent="-304792" algn="l" defTabSz="609585" rtl="0" eaLnBrk="1" latinLnBrk="0" hangingPunct="1">
        <a:spcBef>
          <a:spcPct val="20000"/>
        </a:spcBef>
        <a:buFont typeface="Arial"/>
        <a:buChar char="–"/>
        <a:defRPr sz="2667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743131" indent="-304792" algn="l" defTabSz="609585" rtl="0" eaLnBrk="1" latinLnBrk="0" hangingPunct="1">
        <a:spcBef>
          <a:spcPct val="20000"/>
        </a:spcBef>
        <a:buFont typeface="Arial"/>
        <a:buChar char="»"/>
        <a:defRPr sz="2667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2333063-774E-D64F-A41A-85AA488BD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103" y="563071"/>
            <a:ext cx="10972800" cy="2344263"/>
          </a:xfrm>
        </p:spPr>
        <p:txBody>
          <a:bodyPr>
            <a:noAutofit/>
          </a:bodyPr>
          <a:lstStyle/>
          <a:p>
            <a:r>
              <a:rPr lang="en-US" sz="4800" dirty="0"/>
              <a:t>Tutorial 5</a:t>
            </a:r>
            <a:endParaRPr lang="en-US" altLang="zh-CN" sz="5333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46EDE5-6FC5-824E-9F44-F022997BFE4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09600" y="4906266"/>
            <a:ext cx="10972800" cy="1244300"/>
          </a:xfrm>
        </p:spPr>
        <p:txBody>
          <a:bodyPr>
            <a:normAutofit/>
          </a:bodyPr>
          <a:lstStyle/>
          <a:p>
            <a:pPr fontAlgn="base"/>
            <a:r>
              <a:rPr lang="en-US" altLang="zh-CN" dirty="0"/>
              <a:t>Presenter: Peter​ Zhang</a:t>
            </a:r>
          </a:p>
          <a:p>
            <a:pPr fontAlgn="base"/>
            <a:r>
              <a:rPr lang="en-US" altLang="zh-CN" dirty="0"/>
              <a:t>2/11/2026</a:t>
            </a:r>
          </a:p>
          <a:p>
            <a:endParaRPr lang="en-US" dirty="0"/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7C796814-B4C7-06C2-94D6-3F9ED29CF958}"/>
              </a:ext>
            </a:extLst>
          </p:cNvPr>
          <p:cNvSpPr txBox="1">
            <a:spLocks/>
          </p:cNvSpPr>
          <p:nvPr/>
        </p:nvSpPr>
        <p:spPr>
          <a:xfrm>
            <a:off x="482103" y="3284650"/>
            <a:ext cx="10972800" cy="1244300"/>
          </a:xfrm>
          <a:prstGeom prst="rect">
            <a:avLst/>
          </a:prstGeom>
        </p:spPr>
        <p:txBody>
          <a:bodyPr vert="horz" lIns="121920" tIns="60960" rIns="121920" bIns="6096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Wingdings" pitchFamily="2" charset="2"/>
              <a:buNone/>
              <a:defRPr sz="24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Wingdings" pitchFamily="2" charset="2"/>
              <a:buNone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Wingdings" pitchFamily="2" charset="2"/>
              <a:buNone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609585" fontAlgn="base"/>
            <a:r>
              <a:rPr lang="fr-FR" altLang="zh-CN" sz="3733" b="1" i="1" dirty="0">
                <a:solidFill>
                  <a:prstClr val="white"/>
                </a:solidFill>
                <a:ea typeface="黑体" panose="02010609060101010101" pitchFamily="49" charset="-122"/>
              </a:rPr>
              <a:t>Quiz 5 &amp; HW 3</a:t>
            </a:r>
            <a:endParaRPr lang="en-US" altLang="zh-CN" sz="3733" b="1" i="1" dirty="0">
              <a:solidFill>
                <a:prstClr val="white"/>
              </a:solidFill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063171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49CCE-ED76-8FB5-A257-6CCDE2B0D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4ADF500-6292-F3BD-B2A0-FC7ACB98E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66265"/>
            <a:ext cx="10972800" cy="1143000"/>
          </a:xfrm>
        </p:spPr>
        <p:txBody>
          <a:bodyPr>
            <a:normAutofit fontScale="90000"/>
          </a:bodyPr>
          <a:lstStyle/>
          <a:p>
            <a:r>
              <a:rPr lang="en-US" sz="4400" dirty="0"/>
              <a:t>Quiz 5: Judgement and Judgement Form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9CCB64-A2FF-BC9C-133A-B1C2E69948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24" y="1313276"/>
            <a:ext cx="7688813" cy="439771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C018C22-517F-646D-A294-706C3C7A146C}"/>
              </a:ext>
            </a:extLst>
          </p:cNvPr>
          <p:cNvSpPr txBox="1"/>
          <p:nvPr/>
        </p:nvSpPr>
        <p:spPr>
          <a:xfrm>
            <a:off x="9093555" y="2254669"/>
            <a:ext cx="386044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             </a:t>
            </a:r>
            <a:r>
              <a:rPr lang="en-US" dirty="0"/>
              <a:t>                                     .</a:t>
            </a:r>
            <a:r>
              <a:rPr lang="en-US" u="sng" dirty="0"/>
              <a:t>        </a:t>
            </a:r>
          </a:p>
          <a:p>
            <a:r>
              <a:rPr lang="en-US" dirty="0"/>
              <a:t>x term</a:t>
            </a:r>
          </a:p>
          <a:p>
            <a:endParaRPr lang="en-US" dirty="0"/>
          </a:p>
          <a:p>
            <a:r>
              <a:rPr lang="en-US" u="sng" dirty="0"/>
              <a:t>x term e term</a:t>
            </a:r>
          </a:p>
          <a:p>
            <a:r>
              <a:rPr lang="en-US" dirty="0"/>
              <a:t>\x. e term</a:t>
            </a:r>
          </a:p>
          <a:p>
            <a:endParaRPr lang="en-US" dirty="0"/>
          </a:p>
          <a:p>
            <a:r>
              <a:rPr lang="en-US" u="sng" dirty="0"/>
              <a:t>e1 term e2 term</a:t>
            </a:r>
          </a:p>
          <a:p>
            <a:r>
              <a:rPr lang="en-US" dirty="0"/>
              <a:t>e1 e2 term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2999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FA7C9-6F09-1F6A-65D0-5556C046C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77ACCFE-4974-3E1E-EB55-22C46DFF81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993" y="80410"/>
            <a:ext cx="7459008" cy="261065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DCE36D0-6A87-D2D6-A38C-2E3351F35AE3}"/>
              </a:ext>
            </a:extLst>
          </p:cNvPr>
          <p:cNvSpPr txBox="1"/>
          <p:nvPr/>
        </p:nvSpPr>
        <p:spPr>
          <a:xfrm>
            <a:off x="5301916" y="2518610"/>
            <a:ext cx="4591321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free (\w. w w) U free(w) = {w}</a:t>
            </a:r>
          </a:p>
          <a:p>
            <a:endParaRPr lang="en-US" sz="2400" dirty="0"/>
          </a:p>
          <a:p>
            <a:endParaRPr lang="en-US" sz="2400" dirty="0">
              <a:solidFill>
                <a:srgbClr val="FF0000"/>
              </a:solidFill>
            </a:endParaRPr>
          </a:p>
          <a:p>
            <a:r>
              <a:rPr lang="en-US" sz="2400" dirty="0">
                <a:solidFill>
                  <a:srgbClr val="FF0000"/>
                </a:solidFill>
              </a:rPr>
              <a:t>free (x) = {x}</a:t>
            </a:r>
          </a:p>
          <a:p>
            <a:endParaRPr lang="en-US" sz="2400" dirty="0">
              <a:solidFill>
                <a:srgbClr val="FF0000"/>
              </a:solidFill>
            </a:endParaRPr>
          </a:p>
          <a:p>
            <a:r>
              <a:rPr lang="en-US" sz="2400" dirty="0">
                <a:solidFill>
                  <a:srgbClr val="FF0000"/>
                </a:solidFill>
              </a:rPr>
              <a:t>free(e1 e2) = free(e1)</a:t>
            </a:r>
            <a:r>
              <a:rPr lang="en-US" sz="2400" b="1" dirty="0">
                <a:solidFill>
                  <a:srgbClr val="FF0000"/>
                </a:solidFill>
              </a:rPr>
              <a:t> U </a:t>
            </a:r>
            <a:r>
              <a:rPr lang="en-US" sz="2400" dirty="0">
                <a:solidFill>
                  <a:srgbClr val="FF0000"/>
                </a:solidFill>
              </a:rPr>
              <a:t>free(e2)</a:t>
            </a:r>
          </a:p>
          <a:p>
            <a:endParaRPr lang="en-US" sz="2400" dirty="0">
              <a:solidFill>
                <a:srgbClr val="FF0000"/>
              </a:solidFill>
            </a:endParaRPr>
          </a:p>
          <a:p>
            <a:r>
              <a:rPr lang="en-US" sz="2400" dirty="0">
                <a:solidFill>
                  <a:srgbClr val="FF0000"/>
                </a:solidFill>
              </a:rPr>
              <a:t>free (\</a:t>
            </a:r>
            <a:r>
              <a:rPr lang="en-US" sz="2400" dirty="0" err="1">
                <a:solidFill>
                  <a:srgbClr val="FF0000"/>
                </a:solidFill>
              </a:rPr>
              <a:t>x.e</a:t>
            </a:r>
            <a:r>
              <a:rPr lang="en-US" sz="2400" dirty="0">
                <a:solidFill>
                  <a:srgbClr val="FF0000"/>
                </a:solidFill>
              </a:rPr>
              <a:t>) = free(e) – {x} </a:t>
            </a:r>
          </a:p>
          <a:p>
            <a:endParaRPr lang="en-US" sz="2400" dirty="0">
              <a:solidFill>
                <a:srgbClr val="FF0000"/>
              </a:solidFill>
            </a:endParaRP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762116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2C2F8-97E6-7C18-E223-11FA6A6CC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BA774F9-00BE-C6DE-A99B-C197BA3BF3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356" y="166372"/>
            <a:ext cx="4920959" cy="281746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11D5D15-99D0-A55D-4192-05FA455B764F}"/>
              </a:ext>
            </a:extLst>
          </p:cNvPr>
          <p:cNvSpPr txBox="1"/>
          <p:nvPr/>
        </p:nvSpPr>
        <p:spPr>
          <a:xfrm>
            <a:off x="4852737" y="1259305"/>
            <a:ext cx="721178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((\x. \y. x y) [\w. w/y])(y [\w. w/y]) = (\x. \y. x y) (\w. w)</a:t>
            </a:r>
          </a:p>
          <a:p>
            <a:endParaRPr lang="en-US" sz="2400" dirty="0"/>
          </a:p>
          <a:p>
            <a:r>
              <a:rPr lang="en-US" sz="2400" dirty="0">
                <a:solidFill>
                  <a:srgbClr val="FF0000"/>
                </a:solidFill>
              </a:rPr>
              <a:t>e1 e2 [e/x] = (e1 [e/x]) (e2 [e/x])</a:t>
            </a:r>
          </a:p>
          <a:p>
            <a:endParaRPr lang="en-US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C6701B-4D7B-8370-9CB6-82C406F8B55F}"/>
              </a:ext>
            </a:extLst>
          </p:cNvPr>
          <p:cNvSpPr txBox="1"/>
          <p:nvPr/>
        </p:nvSpPr>
        <p:spPr>
          <a:xfrm>
            <a:off x="1456333" y="3429000"/>
            <a:ext cx="1018900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((\x. y x) [x/y])(y [x/y]) = (\z.(y x [[z/x]][x/y])) x = (\z. (y z [x/y])) x = (\z. x z) x</a:t>
            </a:r>
          </a:p>
          <a:p>
            <a:endParaRPr lang="en-US" sz="2400" dirty="0"/>
          </a:p>
          <a:p>
            <a:r>
              <a:rPr lang="en-US" sz="2400" dirty="0">
                <a:solidFill>
                  <a:srgbClr val="FF0000"/>
                </a:solidFill>
              </a:rPr>
              <a:t>(\y.e1) [e/x] = \y.(e1 [e/x]) 	 (if y ≠ x &amp; </a:t>
            </a:r>
            <a:r>
              <a:rPr lang="en-US" sz="2400" dirty="0" err="1">
                <a:solidFill>
                  <a:srgbClr val="FF0000"/>
                </a:solidFill>
              </a:rPr>
              <a:t>y∉FV</a:t>
            </a:r>
            <a:r>
              <a:rPr lang="en-US" sz="2400" dirty="0">
                <a:solidFill>
                  <a:srgbClr val="FF0000"/>
                </a:solidFill>
              </a:rPr>
              <a:t>(e))</a:t>
            </a:r>
          </a:p>
          <a:p>
            <a:r>
              <a:rPr lang="en-US" sz="2400" dirty="0">
                <a:solidFill>
                  <a:srgbClr val="FF0000"/>
                </a:solidFill>
              </a:rPr>
              <a:t>	    = \z.(e1 [[z/y]][e/x]) </a:t>
            </a:r>
          </a:p>
          <a:p>
            <a:r>
              <a:rPr lang="en-US" sz="2400" dirty="0">
                <a:solidFill>
                  <a:srgbClr val="FF0000"/>
                </a:solidFill>
              </a:rPr>
              <a:t>	      pick z ∉ FV(e)	 (if y ≠ x &amp; </a:t>
            </a:r>
            <a:r>
              <a:rPr lang="en-US" sz="2400" dirty="0" err="1">
                <a:solidFill>
                  <a:srgbClr val="FF0000"/>
                </a:solidFill>
              </a:rPr>
              <a:t>y∈FV</a:t>
            </a:r>
            <a:r>
              <a:rPr lang="en-US" sz="2400" dirty="0">
                <a:solidFill>
                  <a:srgbClr val="FF0000"/>
                </a:solidFill>
              </a:rPr>
              <a:t>(e)) 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212435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49CCE-ED76-8FB5-A257-6CCDE2B0D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E24EEFF-000C-497E-1B94-2FE13E17C8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264316" cy="327101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86C799F-9BD7-EB07-E4E5-8AB195333F2C}"/>
              </a:ext>
            </a:extLst>
          </p:cNvPr>
          <p:cNvSpPr txBox="1"/>
          <p:nvPr/>
        </p:nvSpPr>
        <p:spPr>
          <a:xfrm>
            <a:off x="5189621" y="1457817"/>
            <a:ext cx="67376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call by value:</a:t>
            </a:r>
          </a:p>
          <a:p>
            <a:r>
              <a:rPr lang="en-US" dirty="0"/>
              <a:t>(y \</a:t>
            </a:r>
            <a:r>
              <a:rPr lang="en-US" dirty="0" err="1"/>
              <a:t>z.z</a:t>
            </a:r>
            <a:r>
              <a:rPr lang="en-US" dirty="0"/>
              <a:t>) can't take a step because none of the rules apply.</a:t>
            </a:r>
          </a:p>
          <a:p>
            <a:r>
              <a:rPr lang="en-US" dirty="0"/>
              <a:t>call by name: </a:t>
            </a:r>
          </a:p>
          <a:p>
            <a:r>
              <a:rPr lang="en-US" u="sng" dirty="0"/>
              <a:t>                               </a:t>
            </a:r>
            <a:r>
              <a:rPr lang="en-US" u="sng" dirty="0">
                <a:solidFill>
                  <a:schemeClr val="bg1"/>
                </a:solidFill>
              </a:rPr>
              <a:t>.</a:t>
            </a:r>
          </a:p>
          <a:p>
            <a:r>
              <a:rPr lang="en-US" dirty="0"/>
              <a:t>(\v. \w. w) ((\x. x) (y \</a:t>
            </a:r>
            <a:r>
              <a:rPr lang="en-US" dirty="0" err="1"/>
              <a:t>z.z</a:t>
            </a:r>
            <a:r>
              <a:rPr lang="en-US" dirty="0"/>
              <a:t>)) -&gt; \w. 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0A27D8-D0E3-6B87-6287-2657742677A5}"/>
              </a:ext>
            </a:extLst>
          </p:cNvPr>
          <p:cNvSpPr txBox="1"/>
          <p:nvPr/>
        </p:nvSpPr>
        <p:spPr>
          <a:xfrm>
            <a:off x="5189621" y="3045693"/>
            <a:ext cx="673768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call by value:</a:t>
            </a:r>
          </a:p>
          <a:p>
            <a:r>
              <a:rPr lang="en-US" u="sng" dirty="0"/>
              <a:t>                              </a:t>
            </a:r>
            <a:r>
              <a:rPr lang="en-US" u="sng" dirty="0">
                <a:solidFill>
                  <a:schemeClr val="bg1"/>
                </a:solidFill>
              </a:rPr>
              <a:t>.</a:t>
            </a:r>
            <a:r>
              <a:rPr lang="en-US" u="sng" dirty="0"/>
              <a:t>                                      </a:t>
            </a:r>
          </a:p>
          <a:p>
            <a:r>
              <a:rPr lang="en-US" dirty="0"/>
              <a:t>(\x. x x) (\y. y y) -&gt; (\y. y y) (\y. y y)</a:t>
            </a:r>
          </a:p>
          <a:p>
            <a:r>
              <a:rPr lang="en-US" dirty="0"/>
              <a:t>call by name: </a:t>
            </a:r>
          </a:p>
          <a:p>
            <a:r>
              <a:rPr lang="en-US" u="sng" dirty="0"/>
              <a:t>                               </a:t>
            </a:r>
            <a:r>
              <a:rPr lang="en-US" u="sng" dirty="0">
                <a:solidFill>
                  <a:schemeClr val="bg1"/>
                </a:solidFill>
              </a:rPr>
              <a:t>.</a:t>
            </a:r>
          </a:p>
          <a:p>
            <a:r>
              <a:rPr lang="en-US" dirty="0"/>
              <a:t>(\x. x x) (\y. y y) -&gt; (\y. y y) (\y. y 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98D943-24E5-765C-EE20-8335907C747A}"/>
              </a:ext>
            </a:extLst>
          </p:cNvPr>
          <p:cNvSpPr txBox="1"/>
          <p:nvPr/>
        </p:nvSpPr>
        <p:spPr>
          <a:xfrm>
            <a:off x="5189621" y="4879085"/>
            <a:ext cx="632059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call by value:</a:t>
            </a:r>
          </a:p>
          <a:p>
            <a:r>
              <a:rPr lang="en-US" u="sng" dirty="0"/>
              <a:t>((\z. z) (\u. u)) -&gt; \u. u           </a:t>
            </a:r>
            <a:r>
              <a:rPr lang="en-US" u="sng" dirty="0">
                <a:solidFill>
                  <a:schemeClr val="bg1"/>
                </a:solidFill>
              </a:rPr>
              <a:t>.</a:t>
            </a:r>
            <a:r>
              <a:rPr lang="en-US" u="sng" dirty="0"/>
              <a:t>                                      </a:t>
            </a:r>
          </a:p>
          <a:p>
            <a:r>
              <a:rPr lang="en-US" dirty="0"/>
              <a:t>(\x. \y. x) ((\z. z) (\u. u)) -&gt; (\x. \y. x) (\u. u)</a:t>
            </a:r>
          </a:p>
          <a:p>
            <a:r>
              <a:rPr lang="en-US" dirty="0"/>
              <a:t>call by name: </a:t>
            </a:r>
          </a:p>
          <a:p>
            <a:r>
              <a:rPr lang="en-US" u="sng" dirty="0"/>
              <a:t>                               </a:t>
            </a:r>
            <a:r>
              <a:rPr lang="en-US" u="sng" dirty="0">
                <a:solidFill>
                  <a:schemeClr val="bg1"/>
                </a:solidFill>
              </a:rPr>
              <a:t>.</a:t>
            </a:r>
          </a:p>
          <a:p>
            <a:r>
              <a:rPr lang="en-US" dirty="0"/>
              <a:t>(\x. \y. x) ((\z. z) (\u. u)) -&gt; \y. ((\z. z) (\u. u))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08141-4129-D7F2-1131-73F39BD224F9}"/>
              </a:ext>
            </a:extLst>
          </p:cNvPr>
          <p:cNvSpPr txBox="1"/>
          <p:nvPr/>
        </p:nvSpPr>
        <p:spPr>
          <a:xfrm>
            <a:off x="4475748" y="1876926"/>
            <a:ext cx="466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(a)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82D70E-0DF8-D152-92B7-10578A4309BD}"/>
              </a:ext>
            </a:extLst>
          </p:cNvPr>
          <p:cNvSpPr txBox="1"/>
          <p:nvPr/>
        </p:nvSpPr>
        <p:spPr>
          <a:xfrm>
            <a:off x="4475748" y="3692253"/>
            <a:ext cx="466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(b)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DA6A31-8E5E-ECE5-F0CC-2C3EF728134C}"/>
              </a:ext>
            </a:extLst>
          </p:cNvPr>
          <p:cNvSpPr txBox="1"/>
          <p:nvPr/>
        </p:nvSpPr>
        <p:spPr>
          <a:xfrm>
            <a:off x="4475748" y="5571582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(c)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420D817-3699-4B25-5C7B-D58850B401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0148" y="2407828"/>
            <a:ext cx="2910068" cy="54466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A459690-217B-C7E9-66B9-D936538335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0148" y="3458272"/>
            <a:ext cx="2403374" cy="50231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5705890-A20C-03B4-C215-0BC6CF0EA2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0148" y="4253916"/>
            <a:ext cx="2910068" cy="54466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F671483-B5D7-F582-DF94-3BA7F91456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67874" y="5229110"/>
            <a:ext cx="2159431" cy="57431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EBB5CE1-9E6D-D9AC-8EB5-0CF11148882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0086"/>
          <a:stretch>
            <a:fillRect/>
          </a:stretch>
        </p:blipFill>
        <p:spPr>
          <a:xfrm>
            <a:off x="9663697" y="6100004"/>
            <a:ext cx="2616534" cy="54466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9E07E9A-4FDA-9A74-7EEF-7B52D67EDA6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59974"/>
          <a:stretch>
            <a:fillRect/>
          </a:stretch>
        </p:blipFill>
        <p:spPr>
          <a:xfrm>
            <a:off x="8478" y="4253916"/>
            <a:ext cx="2190476" cy="62516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498BF73-ACB5-0497-694B-9461B3085E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8" y="5063717"/>
            <a:ext cx="1847619" cy="158095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465DBFC-1BD7-DE0E-0DD1-6E874FEBDF6D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r="10050"/>
          <a:stretch>
            <a:fillRect/>
          </a:stretch>
        </p:blipFill>
        <p:spPr>
          <a:xfrm>
            <a:off x="1899357" y="4686108"/>
            <a:ext cx="2570001" cy="1657143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A41B5900-AB3B-CFCA-2FA8-97B81148B0C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37514" y="6296466"/>
            <a:ext cx="1904762" cy="33333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F2A9F4D9-31E9-BEFC-C7FD-B3D86810C96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3680795"/>
            <a:ext cx="2419048" cy="647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573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47943-ECC6-3259-5AF8-80E4C5D87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790C83F-E7F4-09D2-0288-F4C784E421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763" y="0"/>
            <a:ext cx="10968310" cy="161798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7C33AED-E4E5-E2F4-878C-E9C7656CD8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545" y="2593616"/>
            <a:ext cx="9406661" cy="307915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BBBD4F4-E8A3-BD39-B68C-48B887CAFD62}"/>
              </a:ext>
            </a:extLst>
          </p:cNvPr>
          <p:cNvSpPr txBox="1"/>
          <p:nvPr/>
        </p:nvSpPr>
        <p:spPr>
          <a:xfrm>
            <a:off x="2430379" y="1792524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Lemma 1: FV(e1​[e2​/x])⊆(FV(e1​)−{x}) ∪ FV(e2​) </a:t>
            </a:r>
          </a:p>
          <a:p>
            <a:r>
              <a:rPr lang="en-US" b="1" dirty="0"/>
              <a:t>(Proof attached)  </a:t>
            </a:r>
          </a:p>
        </p:txBody>
      </p:sp>
    </p:spTree>
    <p:extLst>
      <p:ext uri="{BB962C8B-B14F-4D97-AF65-F5344CB8AC3E}">
        <p14:creationId xmlns:p14="http://schemas.microsoft.com/office/powerpoint/2010/main" val="3771124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10527-2848-56F0-F36B-12C15ADD1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57537AE-29E1-CE72-536C-710081A19A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842" y="1828801"/>
            <a:ext cx="9542831" cy="3702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67874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66087-B45F-3BCB-3490-650E75945F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97F3A8D-6C11-9116-A16B-993483CA07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050" y="1957139"/>
            <a:ext cx="9565506" cy="3421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48903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2F295-ACF9-AB04-DA99-AC94639566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30DAB2F-E43D-CACE-113C-9C14C70939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229" y="0"/>
            <a:ext cx="825482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7738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D00A6-6720-4019-7885-EB8C8FE8D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27EF868-F902-4C6E-BD91-A4AD0138F7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42876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5206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2A9D1-376C-B196-DE5F-A1528BBEF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D61C362-1A06-588D-9BB7-71754E1872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552381" cy="356190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256C083-40D7-B323-1942-5C46143F94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429000"/>
            <a:ext cx="7761905" cy="26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9104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ADFFA5-2E15-2C3C-1A11-AE5A1FEE3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A1CC3C5-5070-2692-B84E-C2E9BB4F90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4232"/>
            <a:ext cx="8811989" cy="3669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48559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373D3-BAD9-8147-3583-5E766FDB6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A51AE57-0328-25D4-3583-2F53B49C2D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9128"/>
          <a:stretch>
            <a:fillRect/>
          </a:stretch>
        </p:blipFill>
        <p:spPr>
          <a:xfrm>
            <a:off x="1147368" y="1904984"/>
            <a:ext cx="10363200" cy="177444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D21EE6-496D-4787-3116-881A342E11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7368" y="4065793"/>
            <a:ext cx="10363200" cy="145448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5CE5B2F-24CA-6720-6AF6-5B6F4542C3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0663" y="68945"/>
            <a:ext cx="9819974" cy="1449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932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2C2DA-D6D7-62C5-27DF-3E54626B1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2E09AE2-7DC9-C4C4-C7CE-CE42E18C4D6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124"/>
          <a:stretch>
            <a:fillRect/>
          </a:stretch>
        </p:blipFill>
        <p:spPr>
          <a:xfrm>
            <a:off x="0" y="756306"/>
            <a:ext cx="8715865" cy="61016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37D0DD7-A25A-3417-B7C9-34AF05FDE25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0000"/>
          <a:stretch>
            <a:fillRect/>
          </a:stretch>
        </p:blipFill>
        <p:spPr>
          <a:xfrm>
            <a:off x="8715865" y="6199532"/>
            <a:ext cx="3326644" cy="29570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7F47ECD-4323-FC16-C0DE-F29C7C41DF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4857" y="-38095"/>
            <a:ext cx="3857143" cy="131428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5BE945B-B0F5-4073-77C8-8165B9849D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0471" y="0"/>
            <a:ext cx="6185154" cy="9259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B07CDAB-74A1-35A6-863C-684F8E58825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45928" t="17255" b="13699"/>
          <a:stretch>
            <a:fillRect/>
          </a:stretch>
        </p:blipFill>
        <p:spPr>
          <a:xfrm>
            <a:off x="8866207" y="5048102"/>
            <a:ext cx="2615880" cy="57708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25981E1-30DC-CF8B-8E4F-FD2A088FC72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66207" y="2485956"/>
            <a:ext cx="1933333" cy="69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19663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2333063-774E-D64F-A41A-85AA488BD5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311854878"/>
      </p:ext>
    </p:extLst>
  </p:cSld>
  <p:clrMapOvr>
    <a:masterClrMapping/>
  </p:clrMapOvr>
</p:sld>
</file>

<file path=ppt/theme/theme1.xml><?xml version="1.0" encoding="utf-8"?>
<a:theme xmlns:a="http://schemas.openxmlformats.org/drawingml/2006/main" name="UTA Accessible 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ccessible-PPT.pptx" id="{DC14534C-1046-F040-970C-D4B656BEDF73}" vid="{22719C90-FD2E-C343-B61D-D3EE9148FC7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1970</TotalTime>
  <Words>547</Words>
  <Application>Microsoft Office PowerPoint</Application>
  <PresentationFormat>Widescreen</PresentationFormat>
  <Paragraphs>67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黑体</vt:lpstr>
      <vt:lpstr>Aptos</vt:lpstr>
      <vt:lpstr>Arial</vt:lpstr>
      <vt:lpstr>Calibri</vt:lpstr>
      <vt:lpstr>Helvetica</vt:lpstr>
      <vt:lpstr>Wingdings</vt:lpstr>
      <vt:lpstr>UTA Accessible Template</vt:lpstr>
      <vt:lpstr>Tutorial 5</vt:lpstr>
      <vt:lpstr>Quiz 5: Judgement and Judgement Form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Zhang, Weiran</dc:creator>
  <cp:lastModifiedBy>Zhang, Weiran</cp:lastModifiedBy>
  <cp:revision>31</cp:revision>
  <dcterms:created xsi:type="dcterms:W3CDTF">2026-01-19T23:51:43Z</dcterms:created>
  <dcterms:modified xsi:type="dcterms:W3CDTF">2026-02-11T23:50:20Z</dcterms:modified>
</cp:coreProperties>
</file>