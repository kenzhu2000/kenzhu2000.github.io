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75" r:id="rId2"/>
    <p:sldId id="358" r:id="rId3"/>
    <p:sldId id="373" r:id="rId4"/>
    <p:sldId id="364" r:id="rId5"/>
    <p:sldId id="365" r:id="rId6"/>
    <p:sldId id="366" r:id="rId7"/>
    <p:sldId id="367" r:id="rId8"/>
    <p:sldId id="368" r:id="rId9"/>
    <p:sldId id="369" r:id="rId10"/>
    <p:sldId id="372" r:id="rId11"/>
    <p:sldId id="370" r:id="rId12"/>
    <p:sldId id="371" r:id="rId13"/>
    <p:sldId id="359" r:id="rId14"/>
    <p:sldId id="360" r:id="rId15"/>
    <p:sldId id="361" r:id="rId16"/>
    <p:sldId id="362" r:id="rId17"/>
    <p:sldId id="28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15" autoAdjust="0"/>
    <p:restoredTop sz="81921" autoAdjust="0"/>
  </p:normalViewPr>
  <p:slideViewPr>
    <p:cSldViewPr snapToGrid="0">
      <p:cViewPr varScale="1">
        <p:scale>
          <a:sx n="78" d="100"/>
          <a:sy n="78" d="100"/>
        </p:scale>
        <p:origin x="13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8T15:00:52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24575,'21'2'0,"-1"0"0,1 1 0,28 8 0,-12-2 0,-33-8 0,0 0 0,-1 1 0,0-1 0,1 1 0,-1-1 0,0 1 0,0 0 0,0 0 0,0 0 0,0 1 0,0-1 0,-1 1 0,1 0 0,-1-1 0,0 1 0,1 0 0,-1 1 0,-1-1 0,1 0 0,0 0 0,-1 1 0,0-1 0,0 1 0,0-1 0,0 1 0,0-1 0,0 5 0,1 14 0,-1-1 0,-1 0 0,-4 36 0,1-16 0,2-9 0,-1-1 0,-2 1 0,-9 34 0,8-42-1365,1-3-5461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8T15:00:53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24575,'34'-1'0,"-21"0"0,1 0 0,-1 2 0,1-1 0,21 5 0,-32-5 0,0 1 0,0 0 0,0 0 0,-1 0 0,1 1 0,0-1 0,0 0 0,-1 1 0,1 0 0,-1 0 0,0 0 0,1 0 0,-1 0 0,0 0 0,0 0 0,0 1 0,0-1 0,-1 1 0,1-1 0,-1 1 0,1 0 0,-1 0 0,0-1 0,0 1 0,0 5 0,3 20 0,-1 1 0,-1 0 0,-2 0 0,-5 39 0,1 17 0,3-66 33,-2 0 0,0 0 1,-5 20-1,-7 42-1531,14-57-5328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8T15:00:55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24575,'76'-1'0,"84"3"0,-157-2 0,0 1 0,0-1 0,0 1 0,0 0 0,0 0 0,-1 0 0,1 0 0,0 1 0,0-1 0,-1 1 0,1-1 0,-1 1 0,1 0 0,-1 0 0,0 0 0,0 0 0,0 0 0,0 1 0,0-1 0,0 1 0,-1-1 0,1 1 0,-1 0 0,0-1 0,0 1 0,0 0 0,0 0 0,0 0 0,0 0 0,-1 4 0,2 11 0,0-1 0,-2 1 0,0 0 0,-3 20 0,1-5 0,0 39 0,2-31 0,-2 0 0,-1 0 0,-11 44 0,3-9-1365,10-52-5461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8T15:02:02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9 24575,'-2'21'0,"0"-1"0,-8 37 0,-3 16 0,-3 22 0,10-68 0,1 1 0,-2 36 0,6-37 0,-12 49 0,8-50 0,-4 52 0,9 189 0,0-980 0,1 698 0,0 0 0,0 1 0,1-1 0,1 1 0,1-1 0,0 1 0,1 0 0,6-14 0,-11 28 0,0-1 0,0 1 0,1-1 0,-1 1 0,0-1 0,0 1 0,0-1 0,1 1 0,-1-1 0,0 1 0,1-1 0,-1 1 0,0 0 0,1-1 0,-1 1 0,0 0 0,1-1 0,-1 1 0,1 0 0,-1-1 0,1 1 0,-1 0 0,1 0 0,-1 0 0,1-1 0,-1 1 0,1 0 0,-1 0 0,1 0 0,-1 0 0,1 0 0,0 0 0,8 16 0,-3 27 0,-6-9 0,-2 0 0,-1 0 0,-7 35 0,3-26 0,-2 49 0,-6 34 0,9-86 0,-3 59 0,9-41-1365,1-33-5461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8T06:42:17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24575,'0'4'0,"0"4"0,0 4 0,-4 1 0,0 1 0,-4-2 0,0 1 0,-3-2 0,-2-3 0,1 1 0,-1-1 0,1-2-8191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8T06:42:24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24575,'-4'0'0,"-4"0"0,-1 3 0,-2 5 0,-4 1 0,-1 3 0,-3-1 0,3-3-8191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8T06:42:38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0 24575,'0'4'0,"0"4"0,-4 1 0,-1 2 0,1 4 0,-3-2 0,0 1 0,-3 1 0,-2-1 0,0-4-8191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8T06:42:40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 24575,'-4'0'0,"-1"3"0,-3 2 0,-3-1 0,-1 3 0,-1 4 0,-2 0 0,1 1 0,0-1 0,-1-2 0,-2-4 0,3 2 0,-1 0 0,0-2 0,1-2-8191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8T16:06:23.8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33 24575,'4049'0'0,"-4018"-2"0,0-1 0,34-8 0,-31 5 0,52-3 0,756 7 0,-408 5 0,882-3 0,-1283 1 0,-1 2 0,33 8 0,-31-5 0,64 4 0,-13-11 0,65 2 0,-147-1 0,0 0 0,0 1 0,0 0 0,0 0 0,0-1 0,0 2 0,0-1 0,0 0 0,0 1 0,-1-1 0,1 1 0,4 3 0,-7-5 0,1 1 0,-1-1 0,1 1 0,-1-1 0,0 1 0,1 0 0,-1-1 0,0 1 0,1-1 0,-1 1 0,0 0 0,0-1 0,0 1 0,1-1 0,-1 1 0,0 0 0,0-1 0,0 1 0,0 0 0,0-1 0,0 1 0,0 0 0,-1 0 0,1 1 0,-1-1 0,0 0 0,0 0 0,1 1 0,-1-1 0,0 0 0,0 0 0,0 0 0,-1 0 0,1 0 0,0 0 0,0-1 0,0 1 0,-1 0 0,-1 0 0,-15 7 0,1-1 0,-1-1 0,-1 0 0,1-2 0,-1 0 0,0-1 0,-20 1 0,-142-5 0,93-2 0,31 3 0,-27-2 0,0 4 0,-112 16 0,141-8 0,-4 2 0,-2-3 0,-90 3 0,-737-14 0,851 0 0,-63-11 0,60 7 0,-46-2 0,-401 6 0,234 4 0,224-3 0,1-2 0,-37-8 0,34 5 0,-51-4 0,-482 9 0,271 3 0,277-1-238,0 1-1,0 0 0,0 2 1,-17 5-1,31-9 67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8T16:07:01.2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49 3 24575,'2394'0'0,"-2390"0"0,0 0 0,1 1 0,-1-1 0,0 1 0,0 0 0,0 0 0,0 0 0,0 1 0,4 2 0,-7-4 0,-1 0 0,0 0 0,1 1 0,-1-1 0,1 0 0,-1 0 0,0 1 0,1-1 0,-1 0 0,0 1 0,1-1 0,-1 1 0,0-1 0,0 0 0,1 1 0,-1-1 0,0 1 0,0-1 0,0 1 0,0-1 0,1 1 0,-1-1 0,0 0 0,0 1 0,0-1 0,0 1 0,0-1 0,0 1 0,0-1 0,-1 2 0,1-1 0,-1 0 0,0 1 0,-1-1 0,1 1 0,0-1 0,0 0 0,-1 0 0,1 0 0,0 0 0,-1 0 0,1 0 0,-1 0 0,1 0 0,-3 0 0,-32 13 0,-2-2 0,0-1 0,0-2 0,0-1 0,-42 1 0,68-7 0,-141 11 0,-240-10 0,191-7 0,-1224 4 0,1407 3 0,23 3 0,33 9 0,18-3 0,2-2 0,105 6 0,122-15 0,-164-3 0,885 69 0,-760-49 0,252-14 0,-254-6 0,-148 3 0,59-2 0,-403 32 0,-364-2 0,524-29 0,-561-19 0,-91 5 0,467 17 0,239-5 0,24 1 0,1 0 0,-1 1 0,1 0 0,-1 1 0,1 0 0,-1 0 0,-15 5 0,26-6 0,0 0 0,0 0 0,0 0 0,-1 0 0,1 0 0,0 0 0,0 1 0,0-1 0,0 0 0,0 0 0,0 0 0,-1 0 0,1 0 0,0 1 0,0-1 0,0 0 0,0 0 0,0 0 0,0 0 0,0 0 0,0 1 0,0-1 0,0 0 0,0 0 0,0 0 0,0 0 0,0 1 0,0-1 0,0 0 0,0 0 0,0 0 0,0 1 0,0-1 0,0 0 0,0 0 0,0 0 0,0 0 0,0 0 0,0 1 0,0-1 0,0 0 0,0 0 0,1 0 0,-1 0 0,0 0 0,0 1 0,0-1 0,0 0 0,0 0 0,0 0 0,1 0 0,-1 0 0,0 0 0,0 0 0,0 0 0,0 0 0,1 1 0,17 9 0,22 6 0,12 2 0,2-1 0,0-3 0,0-3 0,2-2 0,92 4 0,90 1 0,20-1 0,413-14 0,-638 0 0,0-1 0,0-1 0,-1-2 0,1-1 0,-1-2 0,-1-1 0,60-26 0,-16 12 0,-59 19 0,-1 0 0,1-1 0,18-8 0,27-19 0,-30 14 0,1 2 0,1 1 0,0 1 0,44-10 0,-59 20 0,23-5 0,0-1 0,-1-1 0,42-19 0,-45 16 0,-30 12 0,0 0 0,0-1 0,0 0 0,0 0 0,0-1 0,-1 1 0,1-2 0,7-5 0,-14 10 0,0 0 0,1-1 0,-1 1 0,1-1 0,-1 1 0,1 0 0,-1-1 0,0 1 0,1-1 0,-1 1 0,0-1 0,0 1 0,1-1 0,-1 1 0,0-1 0,0 1 0,0-1 0,0 0 0,1 1 0,-1-1 0,0 1 0,0-1 0,0 1 0,0-1 0,0 0 0,-1 1 0,1-1 0,0 1 0,0-1 0,0 1 0,0-1 0,-1 0 0,-18-10 0,-40 0 0,46 9 0,-131-20 0,399 24 0,-123-4 0,892 2 0,-1003-1 0,0-1 0,0-1 0,20-6 0,-18 3 0,-1 2 0,32-2 0,624 4 0,-329 5 0,3942-3 0,-4269 1 0,-1 1 0,41 10 0,-39-6 0,0-2 0,31 2 0,7-5 0,-25-2 0,0 3 0,-1 0 0,46 11 0,-33-6 0,1-1 0,-1-3 0,1-1 0,50-6 0,10 1 0,8 3-1365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42834-A923-415F-BF9C-1B2F00B6F7D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A8166-61D3-44AA-A36C-C4C8A9BB4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40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744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72D81-6A5E-AE1F-97E1-2242FE188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1A60B-FA3B-BD37-FD4D-43F259421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0E2770-FDE1-738D-CFF0-0FD994440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42361-FC6B-53B1-96B1-3C04567D3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8683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D3FC-C6CA-04C9-5B53-2D36693CC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406ED1-F382-7ECC-4F33-0E5B7E548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12CAC4-FE46-3B16-C977-CBF39E5BB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16016-66A8-061E-E954-1FA7BDF6D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2521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9BA58-2A4D-5BAB-9D32-8320352E1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A4F0D-CCDF-2960-3E1C-F3D9B5F5A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5820C-9867-F2AF-061C-FF11D439B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F6002-8C77-8419-6C6A-2CD635CF3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569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1EA20-5451-2575-EE82-78DEFC02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468747-8BC5-0A0F-BA47-9A6F8B139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F6AB21-262A-C887-70B1-A1493A95B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22DCF-8FAA-9FCE-38CB-D053D954F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9019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7F1C0-AD8E-D7BA-3472-C70979E75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3F8AE-F86A-234D-EA9D-D2DADB181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72BF3-B47B-3DBD-8AF8-B10644C93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15966-7D44-CF88-45AB-996720BEC5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3327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9C99E-2678-3D79-6025-1205FBF30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33805-BE7D-8865-0842-23EF8416F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BF62B-BA40-B79B-D303-B3C3BC1BE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E50F3-D299-C9AF-9A15-8A67C89E8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358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14FFE-248E-1632-2303-06BDC23AD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91CA9-514B-F160-449C-4DE2F7613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0741F-E02B-8A76-29E4-66A87374C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4239A-3497-E33D-C148-7BF4B70D1D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184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FC80B-2D0E-B341-65F1-6BFC9BD56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E9030-7C6E-A78E-1E88-A9464D274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A351E-9C59-533A-1492-33AB65C1D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2E8A6-D93F-65FF-FFD1-C347308A6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7254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A30E3-7218-8BA7-CF29-9725496CF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206040-E236-D071-829A-EE986BDA9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8D2712-462C-C9C3-82D1-244A7D4D7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5177B-FC00-C36D-AAC7-59401B1FF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6571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6E1D1-FE07-6EF3-E13F-43E789BF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F376F-5601-0558-238E-4ED877923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64319E-A2C9-2849-BC6A-E4938B1D4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94B4E-74C1-7388-11BA-47A747A60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41173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7445C-8DAD-9755-5D5F-E38F041A4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68D9AF-7C7C-434E-CBBA-37E5573CF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2FF1A7-0FD5-39F1-3E2F-9CEC82282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3A74A-423D-DBC7-BFC2-A45240FAC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79259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B65C0-AD19-FB1E-1D0F-3F1C41465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A2037-8888-7169-3407-0071E3BFE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702CC-D235-D3AF-E444-51D0C1A55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E348C-1E74-3C36-7999-40EF61C1D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4033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92229-6A91-1789-68F3-F46AB6740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AD7ABC-92EC-2C93-55B8-9D110441C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12A94-E938-0303-9DE4-7B2241D35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7820B-5BB8-7DF2-7656-8A5533BDD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88380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123B5-3588-6F80-D43A-6769967A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BFED96-02BB-D2E8-8BC9-3EC9F65FB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B851D-2068-8D05-A67C-B9297F0EE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75D0F-0F00-0585-B02C-2166612A62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23691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4E858-2589-3797-8B53-D4ED86078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16D782-0E8C-CD84-4B51-48E0E5A30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52D7A-7BB7-DD64-1277-B4BD78896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6C5C1-5429-0C2C-A068-FA3C537393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6300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852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38495" y="4750278"/>
            <a:ext cx="6968291" cy="194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47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4043767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6694" y="5179121"/>
            <a:ext cx="6108700" cy="141181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8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6694" y="5179121"/>
            <a:ext cx="6108700" cy="1411816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08800" y="3655551"/>
            <a:ext cx="4878917" cy="11979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0552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609600" y="2380617"/>
            <a:ext cx="10972800" cy="1143004"/>
          </a:xfrm>
        </p:spPr>
        <p:txBody>
          <a:bodyPr>
            <a:normAutofit/>
          </a:bodyPr>
          <a:lstStyle>
            <a:lvl1pPr>
              <a:defRPr sz="5867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3372856"/>
            <a:ext cx="10972800" cy="905933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27222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8665"/>
            <a:ext cx="10972800" cy="1143000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116753"/>
            <a:ext cx="10972800" cy="451275"/>
          </a:xfrm>
        </p:spPr>
        <p:txBody>
          <a:bodyPr>
            <a:noAutofit/>
          </a:bodyPr>
          <a:lstStyle>
            <a:lvl1pPr marL="0" indent="0" algn="ctr">
              <a:buNone/>
              <a:defRPr sz="2667">
                <a:solidFill>
                  <a:srgbClr val="00599B"/>
                </a:solidFill>
              </a:defRPr>
            </a:lvl1pPr>
            <a:lvl2pPr marL="609585" indent="0">
              <a:buNone/>
              <a:defRPr sz="3200">
                <a:solidFill>
                  <a:srgbClr val="00599B"/>
                </a:solidFill>
              </a:defRPr>
            </a:lvl2pPr>
            <a:lvl3pPr marL="1219170" indent="0">
              <a:buNone/>
              <a:defRPr sz="3200">
                <a:solidFill>
                  <a:srgbClr val="00599B"/>
                </a:solidFill>
              </a:defRPr>
            </a:lvl3pPr>
            <a:lvl4pPr marL="1828754" indent="0">
              <a:buNone/>
              <a:defRPr sz="3200">
                <a:solidFill>
                  <a:srgbClr val="00599B"/>
                </a:solidFill>
              </a:defRPr>
            </a:lvl4pPr>
            <a:lvl5pPr marL="2438339" indent="0">
              <a:buNone/>
              <a:defRPr sz="32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47522"/>
            <a:ext cx="10972800" cy="4131733"/>
          </a:xfrm>
        </p:spPr>
        <p:txBody>
          <a:bodyPr>
            <a:normAutofit/>
          </a:bodyPr>
          <a:lstStyle>
            <a:lvl1pPr marL="457189" indent="-457189">
              <a:buFont typeface="Wingdings" pitchFamily="2" charset="2"/>
              <a:buChar char="§"/>
              <a:defRPr sz="2133"/>
            </a:lvl1pPr>
            <a:lvl2pPr marL="990575" indent="-380990">
              <a:buFont typeface="Wingdings" pitchFamily="2" charset="2"/>
              <a:buChar char="§"/>
              <a:defRPr sz="2133"/>
            </a:lvl2pPr>
            <a:lvl3pPr marL="1523962" indent="-304792">
              <a:buFont typeface="Wingdings" pitchFamily="2" charset="2"/>
              <a:buChar char="§"/>
              <a:defRPr sz="2133"/>
            </a:lvl3pPr>
            <a:lvl4pPr marL="2133547" indent="-304792">
              <a:buFont typeface="Wingdings" pitchFamily="2" charset="2"/>
              <a:buChar char="§"/>
              <a:defRPr sz="2133"/>
            </a:lvl4pPr>
            <a:lvl5pPr marL="2743131" indent="-304792">
              <a:buFont typeface="Wingdings" pitchFamily="2" charset="2"/>
              <a:buChar char="§"/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6614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065953"/>
            <a:ext cx="10972800" cy="451275"/>
          </a:xfrm>
        </p:spPr>
        <p:txBody>
          <a:bodyPr>
            <a:noAutofit/>
          </a:bodyPr>
          <a:lstStyle>
            <a:lvl1pPr marL="0" indent="0" algn="ctr">
              <a:buNone/>
              <a:defRPr sz="2667">
                <a:solidFill>
                  <a:srgbClr val="00599B"/>
                </a:solidFill>
              </a:defRPr>
            </a:lvl1pPr>
            <a:lvl2pPr marL="609585" indent="0">
              <a:buNone/>
              <a:defRPr sz="3200">
                <a:solidFill>
                  <a:srgbClr val="00599B"/>
                </a:solidFill>
              </a:defRPr>
            </a:lvl2pPr>
            <a:lvl3pPr marL="1219170" indent="0">
              <a:buNone/>
              <a:defRPr sz="3200">
                <a:solidFill>
                  <a:srgbClr val="00599B"/>
                </a:solidFill>
              </a:defRPr>
            </a:lvl3pPr>
            <a:lvl4pPr marL="1828754" indent="0">
              <a:buNone/>
              <a:defRPr sz="3200">
                <a:solidFill>
                  <a:srgbClr val="00599B"/>
                </a:solidFill>
              </a:defRPr>
            </a:lvl4pPr>
            <a:lvl5pPr marL="2438339" indent="0">
              <a:buNone/>
              <a:defRPr sz="32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609600" y="1747522"/>
            <a:ext cx="5384800" cy="4131733"/>
          </a:xfrm>
        </p:spPr>
        <p:txBody>
          <a:bodyPr>
            <a:normAutofit/>
          </a:bodyPr>
          <a:lstStyle>
            <a:lvl1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6197600" y="1747522"/>
            <a:ext cx="5384800" cy="4131733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96634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63335" y="1481545"/>
            <a:ext cx="3628573" cy="2224644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3333" y="3808021"/>
            <a:ext cx="3628575" cy="2224644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892467" y="1481545"/>
            <a:ext cx="3525653" cy="2326476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879271" y="3980299"/>
            <a:ext cx="3628575" cy="2628405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011889" y="1490548"/>
            <a:ext cx="3910937" cy="2215640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67023" y="3980299"/>
            <a:ext cx="3937332" cy="2613235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58409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04800" y="381000"/>
            <a:ext cx="11582400" cy="6096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207375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304800" y="381000"/>
            <a:ext cx="11582400" cy="6096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360947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60960" y="-45720"/>
            <a:ext cx="12313920" cy="694944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0755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60960" y="-45720"/>
            <a:ext cx="12313920" cy="694944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112701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88411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609585" rtl="0" eaLnBrk="1" latinLnBrk="0" hangingPunct="1">
        <a:spcBef>
          <a:spcPct val="0"/>
        </a:spcBef>
        <a:buNone/>
        <a:defRPr sz="4667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575" indent="-380990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3962" indent="-304792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10.png"/><Relationship Id="rId12" Type="http://schemas.openxmlformats.org/officeDocument/2006/relationships/customXml" Target="../ink/ink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.xml"/><Relationship Id="rId11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customXml" Target="../ink/ink3.xml"/><Relationship Id="rId4" Type="http://schemas.openxmlformats.org/officeDocument/2006/relationships/image" Target="../media/image21.png"/><Relationship Id="rId9" Type="http://schemas.openxmlformats.org/officeDocument/2006/relationships/image" Target="../media/image220.png"/><Relationship Id="rId1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6.png"/><Relationship Id="rId7" Type="http://schemas.openxmlformats.org/officeDocument/2006/relationships/customXml" Target="../ink/ink6.xml"/><Relationship Id="rId12" Type="http://schemas.openxmlformats.org/officeDocument/2006/relationships/image" Target="../media/image2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0.png"/><Relationship Id="rId11" Type="http://schemas.openxmlformats.org/officeDocument/2006/relationships/customXml" Target="../ink/ink8.xml"/><Relationship Id="rId5" Type="http://schemas.openxmlformats.org/officeDocument/2006/relationships/customXml" Target="../ink/ink5.xml"/><Relationship Id="rId10" Type="http://schemas.openxmlformats.org/officeDocument/2006/relationships/image" Target="../media/image260.png"/><Relationship Id="rId4" Type="http://schemas.openxmlformats.org/officeDocument/2006/relationships/image" Target="../media/image27.png"/><Relationship Id="rId9" Type="http://schemas.openxmlformats.org/officeDocument/2006/relationships/customXml" Target="../ink/ink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customXml" Target="../ink/ink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4.png"/><Relationship Id="rId4" Type="http://schemas.openxmlformats.org/officeDocument/2006/relationships/image" Target="../media/image30.png"/><Relationship Id="rId9" Type="http://schemas.openxmlformats.org/officeDocument/2006/relationships/customXml" Target="../ink/ink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03" y="563071"/>
            <a:ext cx="10972800" cy="2344263"/>
          </a:xfrm>
        </p:spPr>
        <p:txBody>
          <a:bodyPr>
            <a:noAutofit/>
          </a:bodyPr>
          <a:lstStyle/>
          <a:p>
            <a:r>
              <a:rPr lang="en-US" sz="4800" dirty="0"/>
              <a:t>Tutorial 12</a:t>
            </a:r>
            <a:endParaRPr lang="en-US" altLang="zh-CN" sz="5333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46EDE5-6FC5-824E-9F44-F022997BFE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" y="4906266"/>
            <a:ext cx="10972800" cy="1244300"/>
          </a:xfrm>
        </p:spPr>
        <p:txBody>
          <a:bodyPr>
            <a:normAutofit/>
          </a:bodyPr>
          <a:lstStyle/>
          <a:p>
            <a:pPr fontAlgn="base"/>
            <a:r>
              <a:rPr lang="en-US" altLang="zh-CN" dirty="0"/>
              <a:t>Presenter: Peter​ Zhang</a:t>
            </a:r>
          </a:p>
          <a:p>
            <a:pPr fontAlgn="base"/>
            <a:r>
              <a:rPr lang="en-US" altLang="zh-CN" dirty="0"/>
              <a:t>4/8/2026</a:t>
            </a:r>
          </a:p>
          <a:p>
            <a:endParaRPr lang="en-US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7C796814-B4C7-06C2-94D6-3F9ED29CF958}"/>
              </a:ext>
            </a:extLst>
          </p:cNvPr>
          <p:cNvSpPr txBox="1">
            <a:spLocks/>
          </p:cNvSpPr>
          <p:nvPr/>
        </p:nvSpPr>
        <p:spPr>
          <a:xfrm>
            <a:off x="482103" y="3284650"/>
            <a:ext cx="10972800" cy="1244300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 fontAlgn="base"/>
            <a:r>
              <a:rPr lang="fr-FR" altLang="zh-CN" sz="3733" b="1" i="1" dirty="0">
                <a:solidFill>
                  <a:prstClr val="white"/>
                </a:solidFill>
                <a:ea typeface="黑体" panose="02010609060101010101" pitchFamily="49" charset="-122"/>
              </a:rPr>
              <a:t>HW 10</a:t>
            </a:r>
            <a:endParaRPr lang="en-US" altLang="zh-CN" sz="3733" b="1" i="1" dirty="0">
              <a:solidFill>
                <a:prstClr val="white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631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04F2C-62F6-673D-6AEB-4987E8AF0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343465-32C5-3091-F642-9B650B0A6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69161" cy="25965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9BE273-AD01-36E9-E7EF-5250710D7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97314"/>
            <a:ext cx="7021328" cy="426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374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3F8C0-B209-AA15-6C57-7BFB3790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8AEB66-48C1-26ED-674A-8FAA16D58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923809" cy="6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30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19F28-2632-C248-F85F-E33F0114B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892295-868F-3959-0999-B61369296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02934" cy="416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720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03CAF-EDB8-9FBB-3CC3-C9D1E5E8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A9497B-5721-2EEE-588B-9A5B3D504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60088" cy="326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424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E7E44-73A4-FF10-7FE2-AFA42F9D3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FC51E8-BB7A-85B2-7E18-0C3198E5B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" y="8164"/>
            <a:ext cx="10515600" cy="401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101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33A71-D528-F9F3-3EB0-87F6E4234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DB5EC2-05EC-22AC-5EA1-3C85E01DB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001590" cy="34786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8AE49A-7EB6-9406-8DE4-DEC0F8600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89768"/>
            <a:ext cx="11128640" cy="194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897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99C27-00A8-FE46-ACFA-22E131E5B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4A9CE5-FCF1-DAB5-5441-8E6A0D372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515600" cy="477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143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2BE09-495B-705C-D95E-1F54EF1F3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E58063-B692-DD63-505F-273A428FC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1776" cy="39890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636EE4-A70D-7727-8578-BC3C15445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30764"/>
            <a:ext cx="9819864" cy="105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715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D1292-A9B8-32FC-50EA-D7B5EB437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6F897F-832D-A697-AA19-F545BD2AF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1905" cy="53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330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54C7C-1782-C577-EEE6-8FA1FA493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6B25BD-AF77-B9EF-9FC3-EEE745F2B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515600" cy="46099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F20380-E4C7-0F09-ABF9-EB09F57DB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060" y="4854568"/>
            <a:ext cx="5424940" cy="3379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2EF562-DDB8-02E9-EA22-7FA7EE937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060" y="5437063"/>
            <a:ext cx="5356737" cy="39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51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87C1-016F-BBF4-393B-72E1060EA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0C539B-5F24-B569-C084-5B41A9B80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372958" cy="38476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14BBAB-E1DA-2748-1053-4F3A49B8D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17217"/>
            <a:ext cx="9129838" cy="11993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F68511-E024-3E1C-3100-ED310D5208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6124"/>
          <a:stretch>
            <a:fillRect/>
          </a:stretch>
        </p:blipFill>
        <p:spPr>
          <a:xfrm>
            <a:off x="0" y="5490889"/>
            <a:ext cx="10743948" cy="104264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9220C34-56FC-FFA9-F4B9-233791DDA1C1}"/>
              </a:ext>
            </a:extLst>
          </p:cNvPr>
          <p:cNvGrpSpPr/>
          <p:nvPr/>
        </p:nvGrpSpPr>
        <p:grpSpPr>
          <a:xfrm>
            <a:off x="8931324" y="3550119"/>
            <a:ext cx="109440" cy="222840"/>
            <a:chOff x="8931324" y="3550119"/>
            <a:chExt cx="109440" cy="22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1918667-CAFA-17BE-8440-E5EA27CCBA73}"/>
                    </a:ext>
                  </a:extLst>
                </p14:cNvPr>
                <p14:cNvContentPartPr/>
                <p14:nvPr/>
              </p14:nvContentPartPr>
              <p14:xfrm>
                <a:off x="8941764" y="3551199"/>
                <a:ext cx="78120" cy="170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1918667-CAFA-17BE-8440-E5EA27CCBA7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32764" y="3542199"/>
                  <a:ext cx="957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CA53B7E-A784-4183-69F2-50EC49EA5BF4}"/>
                    </a:ext>
                  </a:extLst>
                </p14:cNvPr>
                <p14:cNvContentPartPr/>
                <p14:nvPr/>
              </p14:nvContentPartPr>
              <p14:xfrm>
                <a:off x="8952564" y="3550119"/>
                <a:ext cx="67320" cy="191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CA53B7E-A784-4183-69F2-50EC49EA5BF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43564" y="3541119"/>
                  <a:ext cx="849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FFF99E8-6C99-3559-DDF3-D82624CD98AB}"/>
                    </a:ext>
                  </a:extLst>
                </p14:cNvPr>
                <p14:cNvContentPartPr/>
                <p14:nvPr/>
              </p14:nvContentPartPr>
              <p14:xfrm>
                <a:off x="8931324" y="3560919"/>
                <a:ext cx="109440" cy="212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FFF99E8-6C99-3559-DDF3-D82624CD98A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922324" y="3552279"/>
                  <a:ext cx="127080" cy="22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2926557-8A4A-3C8B-2D40-94FCDA88B150}"/>
                  </a:ext>
                </a:extLst>
              </p14:cNvPr>
              <p14:cNvContentPartPr/>
              <p14:nvPr/>
            </p14:nvContentPartPr>
            <p14:xfrm>
              <a:off x="2434404" y="6046719"/>
              <a:ext cx="32400" cy="312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2926557-8A4A-3C8B-2D40-94FCDA88B15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25404" y="6038079"/>
                <a:ext cx="50040" cy="33012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0E1D981-C0D3-ED5D-63EC-594E2B646FE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09953" y="3879300"/>
            <a:ext cx="5424940" cy="33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063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8DA28-AFA9-D21B-8E66-F4C5C7C38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2BE7B7-81E2-2ECA-3F88-3EB6B4BD8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193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007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B7BD5-1BBB-A48F-FADB-1F053E990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7C07C9-06D4-F7C1-509D-39C579918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19048" cy="22666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B5F953-627B-1EC8-3CE9-75593B85F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43714"/>
            <a:ext cx="8542857" cy="45142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944A4E4-CA6A-5A64-364C-D48FE0042A1E}"/>
                  </a:ext>
                </a:extLst>
              </p14:cNvPr>
              <p14:cNvContentPartPr/>
              <p14:nvPr/>
            </p14:nvContentPartPr>
            <p14:xfrm>
              <a:off x="4556067" y="4756262"/>
              <a:ext cx="30960" cy="42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944A4E4-CA6A-5A64-364C-D48FE0042A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47067" y="4747262"/>
                <a:ext cx="486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9B4F4AD-F093-7FB6-2589-73AB1AE05A4B}"/>
                  </a:ext>
                </a:extLst>
              </p14:cNvPr>
              <p14:cNvContentPartPr/>
              <p14:nvPr/>
            </p14:nvContentPartPr>
            <p14:xfrm>
              <a:off x="5060067" y="4778222"/>
              <a:ext cx="35640" cy="19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9B4F4AD-F093-7FB6-2589-73AB1AE05A4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51427" y="4769582"/>
                <a:ext cx="5328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31029C7-A8FB-3E56-A003-89A876EA8139}"/>
                  </a:ext>
                </a:extLst>
              </p14:cNvPr>
              <p14:cNvContentPartPr/>
              <p14:nvPr/>
            </p14:nvContentPartPr>
            <p14:xfrm>
              <a:off x="5390547" y="4771022"/>
              <a:ext cx="22320" cy="41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31029C7-A8FB-3E56-A003-89A876EA813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81907" y="4762022"/>
                <a:ext cx="3996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8B90DC0-D22A-8598-83A4-2B707F8741DA}"/>
                  </a:ext>
                </a:extLst>
              </p14:cNvPr>
              <p14:cNvContentPartPr/>
              <p14:nvPr/>
            </p14:nvContentPartPr>
            <p14:xfrm>
              <a:off x="5618787" y="4778222"/>
              <a:ext cx="66960" cy="36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8B90DC0-D22A-8598-83A4-2B707F8741D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09787" y="4769582"/>
                <a:ext cx="84600" cy="5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066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A48F7-339A-A95C-A0BF-E23AA92BD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BB640C-3768-3987-C387-59B4E3D9E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571428" cy="5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8A9EF-23DF-580C-2EFD-8EB2B94D0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61919C-E51A-4354-D4BD-06E3082E6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142857" cy="11809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D4AC54-B7F9-60F6-0602-59500CF839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8714"/>
          <a:stretch>
            <a:fillRect/>
          </a:stretch>
        </p:blipFill>
        <p:spPr>
          <a:xfrm>
            <a:off x="-51620" y="2772696"/>
            <a:ext cx="6760382" cy="30510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9144F1-6E88-9861-2BC7-C259C7BE1B45}"/>
              </a:ext>
            </a:extLst>
          </p:cNvPr>
          <p:cNvSpPr txBox="1"/>
          <p:nvPr/>
        </p:nvSpPr>
        <p:spPr>
          <a:xfrm>
            <a:off x="-508819" y="1130414"/>
            <a:ext cx="7512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Proof:  By observation on the definition of the reduction relation.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E4B177-1BB1-AC73-6ED9-9420777400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102" y="2851976"/>
            <a:ext cx="6669898" cy="28925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01FF1B-23E2-C135-F63C-DB253DBCFCBA}"/>
              </a:ext>
            </a:extLst>
          </p:cNvPr>
          <p:cNvSpPr txBox="1"/>
          <p:nvPr/>
        </p:nvSpPr>
        <p:spPr>
          <a:xfrm>
            <a:off x="8861079" y="2822187"/>
            <a:ext cx="34369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Tahoma" charset="0"/>
              </a:rPr>
              <a:t>(S, {s11 = s21, s12 = s22} U q)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4F2602-114B-4F1E-8831-EB7145CF83C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" r="14418" b="-31288"/>
          <a:stretch>
            <a:fillRect/>
          </a:stretch>
        </p:blipFill>
        <p:spPr>
          <a:xfrm>
            <a:off x="6052996" y="2756234"/>
            <a:ext cx="2909777" cy="5126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6A5280B-E2B6-DB61-9B8A-FAEBFC3162AB}"/>
                  </a:ext>
                </a:extLst>
              </p14:cNvPr>
              <p14:cNvContentPartPr/>
              <p14:nvPr/>
            </p14:nvContentPartPr>
            <p14:xfrm>
              <a:off x="8888484" y="3348159"/>
              <a:ext cx="2675880" cy="65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6A5280B-E2B6-DB61-9B8A-FAEBFC3162A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25844" y="3285159"/>
                <a:ext cx="280152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80CF2BA-7F32-806F-4FA0-619C9DC10BCA}"/>
                  </a:ext>
                </a:extLst>
              </p14:cNvPr>
              <p14:cNvContentPartPr/>
              <p14:nvPr/>
            </p14:nvContentPartPr>
            <p14:xfrm>
              <a:off x="7797324" y="3231159"/>
              <a:ext cx="3814200" cy="161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80CF2BA-7F32-806F-4FA0-619C9DC10BC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34324" y="3168159"/>
                <a:ext cx="3939840" cy="28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458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1854878"/>
      </p:ext>
    </p:extLst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ssible-PPT.pptx" id="{DC14534C-1046-F040-970C-D4B656BEDF73}" vid="{22719C90-FD2E-C343-B61D-D3EE9148FC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4881</TotalTime>
  <Words>56</Words>
  <Application>Microsoft Office PowerPoint</Application>
  <PresentationFormat>Widescreen</PresentationFormat>
  <Paragraphs>24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黑体</vt:lpstr>
      <vt:lpstr>Aptos</vt:lpstr>
      <vt:lpstr>Arial</vt:lpstr>
      <vt:lpstr>Calibri</vt:lpstr>
      <vt:lpstr>Helvetica</vt:lpstr>
      <vt:lpstr>Tahoma</vt:lpstr>
      <vt:lpstr>Wingdings</vt:lpstr>
      <vt:lpstr>UTA Accessible Template</vt:lpstr>
      <vt:lpstr>Tutorial 12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Weiran</dc:creator>
  <cp:lastModifiedBy>Zhang, Weiran</cp:lastModifiedBy>
  <cp:revision>97</cp:revision>
  <dcterms:created xsi:type="dcterms:W3CDTF">2026-01-19T23:51:43Z</dcterms:created>
  <dcterms:modified xsi:type="dcterms:W3CDTF">2026-04-08T22:26:51Z</dcterms:modified>
</cp:coreProperties>
</file>