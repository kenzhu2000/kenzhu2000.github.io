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87" r:id="rId3"/>
    <p:sldId id="447" r:id="rId4"/>
    <p:sldId id="268" r:id="rId5"/>
    <p:sldId id="269" r:id="rId6"/>
    <p:sldId id="446" r:id="rId7"/>
    <p:sldId id="257" r:id="rId8"/>
    <p:sldId id="371" r:id="rId9"/>
    <p:sldId id="416" r:id="rId10"/>
    <p:sldId id="417" r:id="rId11"/>
    <p:sldId id="424" r:id="rId12"/>
    <p:sldId id="425" r:id="rId13"/>
    <p:sldId id="426" r:id="rId14"/>
    <p:sldId id="427" r:id="rId15"/>
    <p:sldId id="428" r:id="rId16"/>
    <p:sldId id="429" r:id="rId17"/>
    <p:sldId id="430" r:id="rId18"/>
    <p:sldId id="431" r:id="rId19"/>
    <p:sldId id="432" r:id="rId20"/>
    <p:sldId id="433" r:id="rId21"/>
    <p:sldId id="434" r:id="rId22"/>
    <p:sldId id="443" r:id="rId23"/>
    <p:sldId id="436" r:id="rId24"/>
    <p:sldId id="437" r:id="rId25"/>
    <p:sldId id="438" r:id="rId26"/>
  </p:sldIdLst>
  <p:sldSz cx="12192000" cy="6858000"/>
  <p:notesSz cx="6858000" cy="9144000"/>
  <p:defaultTextStyle>
    <a:defPPr>
      <a:defRPr lang="en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340409-B191-7378-EA31-C9F47B30FD3E}" v="8" dt="2025-11-06T03:02:26.623"/>
    <p1510:client id="{7B058716-8834-EB41-BBCB-227BEDD5DD45}" v="2" dt="2025-11-05T20:42:53.2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384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k, Wonjun" userId="S::wxp7177@mavs.uta.edu::b7ccadb5-266d-4b52-a139-568b916a9101" providerId="AD" clId="Web-{4F340409-B191-7378-EA31-C9F47B30FD3E}"/>
    <pc:docChg chg="delSld">
      <pc:chgData name="Park, Wonjun" userId="S::wxp7177@mavs.uta.edu::b7ccadb5-266d-4b52-a139-568b916a9101" providerId="AD" clId="Web-{4F340409-B191-7378-EA31-C9F47B30FD3E}" dt="2025-11-06T03:02:26.623" v="7"/>
      <pc:docMkLst>
        <pc:docMk/>
      </pc:docMkLst>
      <pc:sldChg chg="del">
        <pc:chgData name="Park, Wonjun" userId="S::wxp7177@mavs.uta.edu::b7ccadb5-266d-4b52-a139-568b916a9101" providerId="AD" clId="Web-{4F340409-B191-7378-EA31-C9F47B30FD3E}" dt="2025-11-06T03:02:26.623" v="7"/>
        <pc:sldMkLst>
          <pc:docMk/>
          <pc:sldMk cId="1642022803" sldId="411"/>
        </pc:sldMkLst>
      </pc:sldChg>
      <pc:sldChg chg="del">
        <pc:chgData name="Park, Wonjun" userId="S::wxp7177@mavs.uta.edu::b7ccadb5-266d-4b52-a139-568b916a9101" providerId="AD" clId="Web-{4F340409-B191-7378-EA31-C9F47B30FD3E}" dt="2025-11-06T03:02:21.873" v="4"/>
        <pc:sldMkLst>
          <pc:docMk/>
          <pc:sldMk cId="1479362083" sldId="435"/>
        </pc:sldMkLst>
      </pc:sldChg>
      <pc:sldChg chg="del">
        <pc:chgData name="Park, Wonjun" userId="S::wxp7177@mavs.uta.edu::b7ccadb5-266d-4b52-a139-568b916a9101" providerId="AD" clId="Web-{4F340409-B191-7378-EA31-C9F47B30FD3E}" dt="2025-11-06T03:02:14.466" v="0"/>
        <pc:sldMkLst>
          <pc:docMk/>
          <pc:sldMk cId="2498903344" sldId="439"/>
        </pc:sldMkLst>
      </pc:sldChg>
      <pc:sldChg chg="del">
        <pc:chgData name="Park, Wonjun" userId="S::wxp7177@mavs.uta.edu::b7ccadb5-266d-4b52-a139-568b916a9101" providerId="AD" clId="Web-{4F340409-B191-7378-EA31-C9F47B30FD3E}" dt="2025-11-06T03:02:16.201" v="1"/>
        <pc:sldMkLst>
          <pc:docMk/>
          <pc:sldMk cId="587167627" sldId="440"/>
        </pc:sldMkLst>
      </pc:sldChg>
      <pc:sldChg chg="del">
        <pc:chgData name="Park, Wonjun" userId="S::wxp7177@mavs.uta.edu::b7ccadb5-266d-4b52-a139-568b916a9101" providerId="AD" clId="Web-{4F340409-B191-7378-EA31-C9F47B30FD3E}" dt="2025-11-06T03:02:17.560" v="2"/>
        <pc:sldMkLst>
          <pc:docMk/>
          <pc:sldMk cId="875479439" sldId="441"/>
        </pc:sldMkLst>
      </pc:sldChg>
      <pc:sldChg chg="del">
        <pc:chgData name="Park, Wonjun" userId="S::wxp7177@mavs.uta.edu::b7ccadb5-266d-4b52-a139-568b916a9101" providerId="AD" clId="Web-{4F340409-B191-7378-EA31-C9F47B30FD3E}" dt="2025-11-06T03:02:19.669" v="3"/>
        <pc:sldMkLst>
          <pc:docMk/>
          <pc:sldMk cId="692189834" sldId="442"/>
        </pc:sldMkLst>
      </pc:sldChg>
      <pc:sldChg chg="del">
        <pc:chgData name="Park, Wonjun" userId="S::wxp7177@mavs.uta.edu::b7ccadb5-266d-4b52-a139-568b916a9101" providerId="AD" clId="Web-{4F340409-B191-7378-EA31-C9F47B30FD3E}" dt="2025-11-06T03:02:23.920" v="5"/>
        <pc:sldMkLst>
          <pc:docMk/>
          <pc:sldMk cId="2980661354" sldId="444"/>
        </pc:sldMkLst>
      </pc:sldChg>
      <pc:sldChg chg="del">
        <pc:chgData name="Park, Wonjun" userId="S::wxp7177@mavs.uta.edu::b7ccadb5-266d-4b52-a139-568b916a9101" providerId="AD" clId="Web-{4F340409-B191-7378-EA31-C9F47B30FD3E}" dt="2025-11-06T03:02:25.451" v="6"/>
        <pc:sldMkLst>
          <pc:docMk/>
          <pc:sldMk cId="1322237076" sldId="44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C4774C-2001-2447-8C80-801716BED38F}" type="datetimeFigureOut">
              <a:rPr lang="en-KR" smtClean="0"/>
              <a:t>11/05/2025</a:t>
            </a:fld>
            <a:endParaRPr lang="en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8E2000-37FB-9848-9C26-A1CB0B8468E2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697446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0A8BC-11DA-E44C-8FB8-1843834ECF3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CA8B9-5C32-621E-FFAC-B8FF10D660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7FAEDB-0E61-D74C-44A3-ADA0CDFAE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2FDAE2-A828-9C35-C635-8735319EB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3C486-3FC1-D047-8AAD-775C03B1D46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1D897-4B14-F8D7-9B29-3072C9940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203F9-B0A9-722F-B2AA-4062D25C9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511794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D4619-9B98-0FB4-C25C-D4335A5C9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A6249-4691-7630-5AD6-296190A242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640156-C9B6-DB5B-B8AF-13A40B1D5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489562-5734-F68E-3384-F88C45533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5AFC42-DD36-16D9-1F81-78579DC45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893462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B4C6-3DE5-E0E5-7562-C4FA090F2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E39A4-343B-429B-7CE4-39557BA6F5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19C57-C27D-0D81-C445-50FEA9F6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4F0C8A-8D87-224E-912B-0C981F57F905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BF4E2-7DF8-1BA9-B802-42B4DEDD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483876-84A7-CF6B-F8DC-346ABA46E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79391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C1BE7-923B-8C8D-3955-932F3C376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652B8-D053-E37E-3F54-2A5D912583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5CA33A-844B-2713-40D2-5E88EB6A85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9AC3BF-64B1-DEFD-A2E1-14137B0C2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3F313-F49C-2040-9962-BF560DDCC7CA}" type="datetime1">
              <a:rPr lang="en-US" smtClean="0"/>
              <a:t>11/5/2025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ADEBB-0A5E-0EFE-FAE4-B942A0C40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C7D413-C30C-C659-0895-DF7A7AA12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446692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51BC5-52EE-0D89-BEC4-B014655FC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916CBA-44C3-9338-6085-78F787597C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BF7092-5233-17E5-3D08-98EE078D14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7F56F1-B52F-FB7C-A460-2595EAB5CB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95A295-AB16-465C-B27E-4A8CEEFFDF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06501D-03EE-220F-B77B-7D6999440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67C72-4FC2-E744-89F6-2196F33FEDFC}" type="datetime1">
              <a:rPr lang="en-US" smtClean="0"/>
              <a:t>11/5/2025</a:t>
            </a:fld>
            <a:endParaRPr lang="en-K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662C4D-5885-C553-1167-F9440B003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82D276-276A-1933-4128-29D556D30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723827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B2DF5-AD5A-EFCE-9CA5-09F5AB81E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D0BD82-3FFC-C245-0E49-FE28B587D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D0B36-39CF-3C40-AF2F-273CBE04BEB2}" type="datetime1">
              <a:rPr lang="en-US" smtClean="0"/>
              <a:t>11/5/2025</a:t>
            </a:fld>
            <a:endParaRPr lang="en-K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5D9F9C-118E-2CFC-ACC4-38080D096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7B37BF-673D-26FD-7FC5-5AF4FD2E3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991718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A9038B-A85B-38E8-F405-F8D815326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50A9D-8DFF-B740-A01D-EB2FF93D258C}" type="datetime1">
              <a:rPr lang="en-US" smtClean="0"/>
              <a:t>11/5/2025</a:t>
            </a:fld>
            <a:endParaRPr lang="en-K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5BAA64-E923-95F3-7C32-C392FAD0B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EDC67-94A4-743C-BB52-3DF8DA5E6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599708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AF049-BD4E-F2ED-F635-50F3EE447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04C4EE-5F43-5EF4-C4B5-8BABB0C562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4810D6-8BD5-C43E-C8D8-9CD2C7554C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E758D3-80C7-65E2-7116-73EB88B2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983C3-29C2-8D4D-9024-3854AFA4D352}" type="datetime1">
              <a:rPr lang="en-US" smtClean="0"/>
              <a:t>11/5/2025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150750-DA97-53AC-ECFD-5C89297D1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5C2564-5288-95ED-0759-7C531195A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532600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1170F-5360-4E09-7EFD-88CC4DF64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FACEC0-BCEB-4160-BDF7-636D1138BF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D841AE-0EFA-2508-7699-65D8270D5F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032804-297B-3A8E-3F6A-86F408F4B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2AF14-B600-2C4D-ABB0-51C5A8D429B0}" type="datetime1">
              <a:rPr lang="en-US" smtClean="0"/>
              <a:t>11/5/2025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F67707-C75E-016B-189E-2E33AE9AB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E80B5B-19C5-A575-83D6-6B3B6D012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798976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7EAD3-9AFD-62DB-72C8-605C3B402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497C8C-BA83-EA20-B154-059B9C0863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5B5986-84B2-DA81-C542-B2E359670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F43B52-1EE7-7E49-82A9-FAE84E3792EC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AA76B6-53AF-97BE-665A-85F532E28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1304F-415C-0E74-1989-E4D562391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086727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861C39-FD12-CCF4-6122-A5C7D6F57A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A14E29-1E1A-7351-9168-63C0CBDFF9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E1AD27-D8C6-F703-2690-0B4C3EF7F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E00662-EEAF-0D45-B5FF-93297BDD54C0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0DA1A3-84F3-6FB6-A9EC-7DDCD0E32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04B29-EF1E-B888-F0C3-D2F13D631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660790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8A4A1B-CE80-99CB-D27C-67C451717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680DD7-08B8-819B-927B-86188A40C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BB74A-B273-3E57-9117-667359C40B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0F38A0-08EA-A847-AADD-5A3F09E1CFA9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F17F1-471C-564A-4D92-0C76761417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7C234D-285F-B79D-13F8-9013A6198B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A7C90A-C1D4-1A4A-BB39-07FDF258A5BB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6211922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4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15.png"/><Relationship Id="rId9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17.png"/><Relationship Id="rId9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8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19.png"/><Relationship Id="rId9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0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21.png"/><Relationship Id="rId9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937C9-2D88-6EE2-255C-709A1BF81C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6487" y="1122363"/>
            <a:ext cx="9379026" cy="2387600"/>
          </a:xfrm>
        </p:spPr>
        <p:txBody>
          <a:bodyPr>
            <a:normAutofit/>
          </a:bodyPr>
          <a:lstStyle/>
          <a:p>
            <a:r>
              <a:rPr lang="en-KR" sz="4800" b="1">
                <a:latin typeface="Apple SD Gothic Neo" panose="02000300000000000000" pitchFamily="2" charset="-127"/>
                <a:ea typeface="Apple SD Gothic Neo" panose="02000300000000000000" pitchFamily="2" charset="-127"/>
                <a:cs typeface="Apple Symbols" panose="02000000000000000000" pitchFamily="2" charset="-79"/>
              </a:rPr>
              <a:t>Programming Language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CCA8F9-2699-C14D-432C-5FE58B1465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KR">
                <a:latin typeface="Apple SD Gothic Neo" panose="02000300000000000000" pitchFamily="2" charset="-127"/>
                <a:ea typeface="Apple SD Gothic Neo" panose="02000300000000000000" pitchFamily="2" charset="-127"/>
                <a:cs typeface="Apple Symbols" panose="02000000000000000000" pitchFamily="2" charset="-79"/>
              </a:rPr>
              <a:t>CSE 3302 / 5307 - Dr. Kenny Zhu</a:t>
            </a:r>
          </a:p>
          <a:p>
            <a:endParaRPr lang="en-KR">
              <a:latin typeface="Apple SD Gothic Neo" panose="02000300000000000000" pitchFamily="2" charset="-127"/>
              <a:ea typeface="Apple SD Gothic Neo" panose="02000300000000000000" pitchFamily="2" charset="-127"/>
              <a:cs typeface="Apple Symbols" panose="02000000000000000000" pitchFamily="2" charset="-79"/>
            </a:endParaRPr>
          </a:p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  <a:cs typeface="Apple Symbols" panose="02000000000000000000" pitchFamily="2" charset="-79"/>
              </a:rPr>
              <a:t>Tutorial 12</a:t>
            </a:r>
          </a:p>
          <a:p>
            <a:r>
              <a:rPr lang="en-KR">
                <a:latin typeface="Apple SD Gothic Neo" panose="02000300000000000000" pitchFamily="2" charset="-127"/>
                <a:ea typeface="Apple SD Gothic Neo" panose="02000300000000000000" pitchFamily="2" charset="-127"/>
                <a:cs typeface="Apple Symbols" panose="02000000000000000000" pitchFamily="2" charset="-79"/>
              </a:rPr>
              <a:t>Wonjun Park</a:t>
            </a:r>
          </a:p>
        </p:txBody>
      </p:sp>
    </p:spTree>
    <p:extLst>
      <p:ext uri="{BB962C8B-B14F-4D97-AF65-F5344CB8AC3E}">
        <p14:creationId xmlns:p14="http://schemas.microsoft.com/office/powerpoint/2010/main" val="34035769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5036C-31C6-08FA-A107-E05B577B8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70390-9247-7F1B-8E1E-7CB86D918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en-US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Quiz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7329AC-66CF-E330-FD66-38C7B04A8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BF6AB5-0B6E-F42F-2F97-61BD8E816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4F0C8A-8D87-224E-912B-0C981F57F905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6EAFF5-5F7B-E950-66E9-284F339E9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2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691236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/>
          <p:cNvSpPr txBox="1">
            <a:spLocks noChangeArrowheads="1"/>
          </p:cNvSpPr>
          <p:nvPr/>
        </p:nvSpPr>
        <p:spPr bwMode="auto">
          <a:xfrm>
            <a:off x="794566" y="814251"/>
            <a:ext cx="10464800" cy="1345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9pPr>
          </a:lstStyle>
          <a:p>
            <a:pPr algn="l" eaLnBrk="1" hangingPunct="1"/>
            <a:r>
              <a:rPr lang="en-US" altLang="zh-CN" sz="4000" kern="0">
                <a:latin typeface="+mn-lt"/>
                <a:ea typeface="宋体" panose="02010600030101010101" pitchFamily="2" charset="-122"/>
              </a:rPr>
              <a:t>1. </a:t>
            </a:r>
            <a:r>
              <a:rPr lang="en-US" altLang="zh-CN" sz="4000" kern="0">
                <a:latin typeface="+mn-lt"/>
              </a:rPr>
              <a:t>Which one of the  following is not a type of polymorphism?</a:t>
            </a:r>
            <a:endParaRPr lang="en-US" altLang="zh-CN" sz="4000" kern="0">
              <a:latin typeface="+mn-lt"/>
              <a:ea typeface="宋体" panose="02010600030101010101" pitchFamily="2" charset="-122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6A5658-ECE0-4BE4-B6D5-AB783F20D6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441" y="2638468"/>
            <a:ext cx="11703050" cy="38143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marL="838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1pPr>
            <a:lvl2pPr marL="1282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2pPr>
            <a:lvl3pPr marL="1727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3pPr>
            <a:lvl4pPr marL="21717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4pPr>
            <a:lvl5pPr marL="2616200" indent="-571500" algn="l" rtl="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5pPr>
            <a:lvl6pPr marL="30734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6pPr>
            <a:lvl7pPr marL="35306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7pPr>
            <a:lvl8pPr marL="39878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8pPr>
            <a:lvl9pPr marL="4445000" indent="-571500" algn="l" rtl="0" fontAlgn="base">
              <a:spcBef>
                <a:spcPts val="2400"/>
              </a:spcBef>
              <a:spcAft>
                <a:spcPct val="0"/>
              </a:spcAft>
              <a:buSzPct val="171000"/>
              <a:buFont typeface="Gill Sans" charset="0"/>
              <a:buChar char="•"/>
              <a:defRPr sz="4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charset="0"/>
              </a:defRPr>
            </a:lvl9pPr>
          </a:lstStyle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/>
              <a:t>Subtype polymorphism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/>
              <a:t>Universal polymorphism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/>
              <a:t>Existential polymorphism</a:t>
            </a:r>
          </a:p>
          <a:p>
            <a:pPr marL="1009650" indent="-742950" eaLnBrk="1" hangingPunct="1">
              <a:buSzPct val="100000"/>
              <a:buFont typeface="Gill Sans" charset="0"/>
              <a:buAutoNum type="alphaLcPeriod"/>
            </a:pPr>
            <a:r>
              <a:rPr lang="en-US" altLang="zh-CN" sz="3200" kern="0"/>
              <a:t>Constant polymorphism</a:t>
            </a:r>
          </a:p>
        </p:txBody>
      </p:sp>
    </p:spTree>
    <p:extLst>
      <p:ext uri="{BB962C8B-B14F-4D97-AF65-F5344CB8AC3E}">
        <p14:creationId xmlns:p14="http://schemas.microsoft.com/office/powerpoint/2010/main" val="3799579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89489BBB-16DD-4F58-8EA4-B1CE362348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4566" y="814251"/>
            <a:ext cx="10464800" cy="1345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9pPr>
          </a:lstStyle>
          <a:p>
            <a:pPr algn="l" eaLnBrk="1" hangingPunct="1"/>
            <a:r>
              <a:rPr lang="en-US" altLang="zh-CN" sz="4000" kern="0">
                <a:latin typeface="+mn-lt"/>
                <a:ea typeface="宋体" panose="02010600030101010101" pitchFamily="2" charset="-122"/>
              </a:rPr>
              <a:t>2. 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B91CC7B-5815-4DB7-A6FC-C0425888B06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67880" b="67880"/>
          <a:stretch/>
        </p:blipFill>
        <p:spPr>
          <a:xfrm>
            <a:off x="1648408" y="-831015"/>
            <a:ext cx="8770166" cy="281322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401975FE-162D-40D1-A27D-C58396BF0A89}"/>
                  </a:ext>
                </a:extLst>
              </p:cNvPr>
              <p:cNvSpPr txBox="1"/>
              <p:nvPr/>
            </p:nvSpPr>
            <p:spPr>
              <a:xfrm>
                <a:off x="1698171" y="2768082"/>
                <a:ext cx="8340958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3600" i="1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en-US" altLang="zh-CN" sz="3600" i="1">
                        <a:latin typeface="Cambria Math" panose="02040503050406030204" pitchFamily="18" charset="0"/>
                      </a:rPr>
                      <m:t>et</m:t>
                    </m:r>
                  </m:oMath>
                </a14:m>
                <a:r>
                  <a:rPr lang="zh-CN" altLang="en-US" sz="3600"/>
                  <a:t> </a:t>
                </a:r>
                <a:endParaRPr lang="en-US" altLang="zh-CN" sz="3600"/>
              </a:p>
              <a:p>
                <a:r>
                  <a:rPr lang="en-US" altLang="zh-CN" sz="3600"/>
                  <a:t>	swap = </a:t>
                </a:r>
                <a:r>
                  <a:rPr lang="en-US" altLang="zh-CN" sz="3600" err="1"/>
                  <a:t>λp:Top</a:t>
                </a:r>
                <a:r>
                  <a:rPr lang="en-US" altLang="zh-CN" sz="3600"/>
                  <a:t>*Top.{p.2, p.1} </a:t>
                </a:r>
              </a:p>
              <a:p>
                <a:r>
                  <a:rPr lang="en-US" altLang="zh-CN" sz="3600"/>
                  <a:t>in </a:t>
                </a:r>
              </a:p>
              <a:p>
                <a:r>
                  <a:rPr lang="en-US" altLang="zh-CN" sz="3600"/>
                  <a:t>	{swap {true, false}, swap {21, 12}}</a:t>
                </a:r>
                <a:endParaRPr lang="zh-CN" altLang="en-US" sz="3600"/>
              </a:p>
            </p:txBody>
          </p:sp>
        </mc:Choice>
        <mc:Fallback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401975FE-162D-40D1-A27D-C58396BF0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8171" y="2768082"/>
                <a:ext cx="8340958" cy="2308324"/>
              </a:xfrm>
              <a:prstGeom prst="rect">
                <a:avLst/>
              </a:prstGeom>
              <a:blipFill>
                <a:blip r:embed="rId4"/>
                <a:stretch>
                  <a:fillRect l="-2266" b="-89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7257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/>
          <p:cNvSpPr txBox="1">
            <a:spLocks noChangeArrowheads="1"/>
          </p:cNvSpPr>
          <p:nvPr/>
        </p:nvSpPr>
        <p:spPr bwMode="auto">
          <a:xfrm>
            <a:off x="1011464" y="387351"/>
            <a:ext cx="10464800" cy="1345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8400">
                <a:solidFill>
                  <a:schemeClr val="tx1"/>
                </a:solidFill>
                <a:latin typeface="Gill Sans" charset="0"/>
                <a:ea typeface="ヒラギノ角ゴ ProN W3" charset="0"/>
                <a:cs typeface="ヒラギノ角ゴ ProN W3" charset="0"/>
                <a:sym typeface="Gill Sans" charset="0"/>
              </a:defRPr>
            </a:lvl9pPr>
          </a:lstStyle>
          <a:p>
            <a:pPr algn="l" eaLnBrk="1" hangingPunct="1"/>
            <a:r>
              <a:rPr lang="en-US" altLang="zh-CN" sz="4000" kern="0">
                <a:latin typeface="+mn-lt"/>
                <a:ea typeface="宋体" panose="02010600030101010101" pitchFamily="2" charset="-122"/>
              </a:rPr>
              <a:t>3. </a:t>
            </a:r>
            <a:r>
              <a:rPr lang="en-US" altLang="zh-CN" sz="4000" kern="0">
                <a:latin typeface="+mn-lt"/>
              </a:rPr>
              <a:t>Give an example why the contra-variant rule is bad?</a:t>
            </a:r>
            <a:endParaRPr lang="en-US" altLang="zh-CN" sz="4000" kern="0">
              <a:latin typeface="+mn-lt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1659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EC5B0-DAB1-BFF1-B792-0E6273F25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30F1F-398F-76C0-CB71-EA8FDEFE4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Homework </a:t>
            </a:r>
            <a:r>
              <a:rPr lang="en-US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11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78260-EC9E-55C1-0926-CB1C1B895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AF2F9-5A37-ED13-3531-8ACB039DF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4F0C8A-8D87-224E-912B-0C981F57F905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4FD63B-48A9-73DD-E8E6-90EE53209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6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62843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1B8DB-EA24-160D-E42C-6853651A0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BECE32-7FFC-1F2B-A131-76CC7A4B6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7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4A13E9D5-8E0A-CB61-98A8-A5841E46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1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Description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3BD6F8-12A8-CD9C-ACC8-CE246BCB1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876" y="1690688"/>
            <a:ext cx="10928248" cy="987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5895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DE270-3551-D5E9-853C-3C118F195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9F2FE1-6745-DD95-AA5F-396442983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910856-46E3-C471-9ACF-5BB5FACD9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8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E897508-015D-653E-5C6D-1B281BF8A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1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5F6F82-E69D-C7C1-9F5B-0069F0537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600" y="1342323"/>
            <a:ext cx="7924800" cy="5362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835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A80D8-F339-38BB-81B6-48BC4C0D1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3F6988-D51C-4954-ED58-A193D8EE8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3A56EC-E8C0-EA27-59DB-4EC122556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9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125432D-96EF-B3B3-0B80-02A26DCA8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Description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3CDCAC-C4D0-C4F4-B9F3-460D95046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582" y="1690688"/>
            <a:ext cx="10710836" cy="93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491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AA77B-8747-06BF-098C-00C9DE65B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61D44E-E3C5-B458-1013-62468B920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BF877A-C282-DB8B-F2DD-BCF82E2CF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10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12C31D0-0410-821F-95DB-6D3EF32CB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 – (1)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547FCB-6C82-0642-DCAD-D2A3A682B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582" y="1690688"/>
            <a:ext cx="10710836" cy="9342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2268B24-0532-1AF3-A08B-284DA6570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9" y="2624966"/>
            <a:ext cx="10871222" cy="457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089BAD-7520-51B8-BCA2-14EBDBA4A5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186" y="4016444"/>
            <a:ext cx="10577628" cy="80732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DCCEEFE-1C89-41A5-3E24-6AD175A68D93}"/>
              </a:ext>
            </a:extLst>
          </p:cNvPr>
          <p:cNvSpPr/>
          <p:nvPr/>
        </p:nvSpPr>
        <p:spPr>
          <a:xfrm>
            <a:off x="980661" y="3790122"/>
            <a:ext cx="344556" cy="6493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206BEB-B07B-9DC3-9414-7CEB0E35C51B}"/>
              </a:ext>
            </a:extLst>
          </p:cNvPr>
          <p:cNvGrpSpPr/>
          <p:nvPr/>
        </p:nvGrpSpPr>
        <p:grpSpPr>
          <a:xfrm>
            <a:off x="740582" y="5307221"/>
            <a:ext cx="13639814" cy="934278"/>
            <a:chOff x="1325217" y="4981747"/>
            <a:chExt cx="8880950" cy="608313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EA80E961-2B67-4679-15B3-F449F11896B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25217" y="5259860"/>
              <a:ext cx="3771900" cy="33020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27B441E3-63FB-D214-CF81-2E15FBB71F6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325217" y="4982334"/>
              <a:ext cx="3771900" cy="330200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0A4C3D84-9F4E-F0C4-3420-C7A1570DB5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85569" y="4982334"/>
              <a:ext cx="3771900" cy="3302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D1FB7DA-20B9-69BA-324F-6DA7FFA77F2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434267" y="4981747"/>
              <a:ext cx="3771900" cy="3302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69B20D82-E9D5-A7C0-4DFA-AED88214509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097117" y="5259860"/>
              <a:ext cx="3771900" cy="330200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1250FC65-D71D-86BE-8632-FEC2B5E7177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97767" y="5904496"/>
            <a:ext cx="526320" cy="22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569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E91A1-8B60-E208-B2A8-6514A64F9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9F2DA6-4516-7567-5649-3B9401805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BB0E8C-D5A7-6EE6-C1B7-3F37212CA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11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A9EA40DC-6F44-844D-888B-34D93F844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 – (2)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6B7E94-5B2F-89A7-9F3B-EB92856EB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582" y="1690688"/>
            <a:ext cx="10710836" cy="93427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2EE5847-7A1B-B387-6C9E-A7F4AFF55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582" y="2589637"/>
            <a:ext cx="11198670" cy="5233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89BB58-5C59-E767-D578-F37BA0FEDC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221" y="3981669"/>
            <a:ext cx="10391558" cy="82549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D489475-9A63-C2DC-6BE7-3ABB776091C8}"/>
              </a:ext>
            </a:extLst>
          </p:cNvPr>
          <p:cNvSpPr/>
          <p:nvPr/>
        </p:nvSpPr>
        <p:spPr>
          <a:xfrm>
            <a:off x="1156931" y="3745062"/>
            <a:ext cx="344556" cy="6493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DD47E87-5C5C-9CC6-45EF-137DF6DD8E6E}"/>
              </a:ext>
            </a:extLst>
          </p:cNvPr>
          <p:cNvGrpSpPr/>
          <p:nvPr/>
        </p:nvGrpSpPr>
        <p:grpSpPr>
          <a:xfrm>
            <a:off x="740582" y="5307221"/>
            <a:ext cx="13639814" cy="934278"/>
            <a:chOff x="1325217" y="4981747"/>
            <a:chExt cx="8880950" cy="608313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5E3221-A2F4-FCE3-8A9B-68460E3045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25217" y="5259860"/>
              <a:ext cx="3771900" cy="3302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69B5C7E-508B-89B3-A2C2-2C085BA58AD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325217" y="4982334"/>
              <a:ext cx="3771900" cy="33020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A654FA19-C1FB-5E8D-F667-CCECB1661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85569" y="4982334"/>
              <a:ext cx="3771900" cy="33020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1295C3E6-6097-45B1-55E3-7FFF7F853A5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434267" y="4981747"/>
              <a:ext cx="3771900" cy="330200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3891E4FB-125D-8602-C8C6-4873C129C75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097117" y="5259860"/>
              <a:ext cx="3771900" cy="330200"/>
            </a:xfrm>
            <a:prstGeom prst="rect">
              <a:avLst/>
            </a:prstGeom>
          </p:spPr>
        </p:pic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76C3B446-B18E-36C2-6410-2D89D460C1F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97767" y="5904496"/>
            <a:ext cx="526320" cy="22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932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ADB70-7A43-86CD-3553-2C0F7232C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25E2E-D8C4-3B23-A22D-7A8F9F3CB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0B6F30-4DB1-70E0-7A17-A4C398B9E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12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7D36E88E-9F19-0A64-BAAB-C8D3C1EAD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 – (3)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CB6114-2A10-E5C9-65E2-A3B7252EB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582" y="1690688"/>
            <a:ext cx="10710836" cy="9342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52BDD2-465C-9FEA-CF27-DE460D7A25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221" y="2624966"/>
            <a:ext cx="10347300" cy="43516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702F95C-3D60-1E9B-B087-9B321527E4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221" y="4142830"/>
            <a:ext cx="10521554" cy="113082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506AA68-7AB7-28C0-C367-A605DE198865}"/>
              </a:ext>
            </a:extLst>
          </p:cNvPr>
          <p:cNvSpPr/>
          <p:nvPr/>
        </p:nvSpPr>
        <p:spPr>
          <a:xfrm>
            <a:off x="1002694" y="3950529"/>
            <a:ext cx="344556" cy="6493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33821B5-D11A-A9A5-8368-5EB3DC41269C}"/>
              </a:ext>
            </a:extLst>
          </p:cNvPr>
          <p:cNvGrpSpPr/>
          <p:nvPr/>
        </p:nvGrpSpPr>
        <p:grpSpPr>
          <a:xfrm>
            <a:off x="740582" y="5307221"/>
            <a:ext cx="13639814" cy="934278"/>
            <a:chOff x="1325217" y="4981747"/>
            <a:chExt cx="8880950" cy="608313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916DE05-AD0D-1C64-1C57-E167FA15055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25217" y="5259860"/>
              <a:ext cx="3771900" cy="3302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F178C947-D782-E1C2-2880-45B5E3DF9D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325217" y="4982334"/>
              <a:ext cx="3771900" cy="33020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5931580-5585-F046-BC21-3C852CF7941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85569" y="4982334"/>
              <a:ext cx="3771900" cy="33020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20E41F2-567B-7A97-3FB6-E36A3222759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434267" y="4981747"/>
              <a:ext cx="3771900" cy="330200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42FA73E8-D353-4513-F43C-6DBDA55367F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097117" y="5259860"/>
              <a:ext cx="3771900" cy="330200"/>
            </a:xfrm>
            <a:prstGeom prst="rect">
              <a:avLst/>
            </a:prstGeom>
          </p:spPr>
        </p:pic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D092DE53-FAFF-5BAC-A6EB-B6EE16528B5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97767" y="5904496"/>
            <a:ext cx="526320" cy="22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8550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FE160-FA47-2062-0CB0-CE2566F40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F60CE5-3A2E-76EF-E014-4D5D7654C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CEA26A-5313-358D-9D06-B3253CB09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13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E46344F-4578-D375-4C1E-533C7F323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 – (4)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27FF87A-9BF2-317B-8725-64DC585B6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582" y="1690688"/>
            <a:ext cx="10710836" cy="93427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ADE1F9C-D317-9835-6597-FB2F07F5EF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221" y="2624966"/>
            <a:ext cx="10873023" cy="4742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C9CB255-1C71-0A1D-F413-D67A5AF76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104" y="4125671"/>
            <a:ext cx="10873055" cy="47421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F53811B-AFFD-987E-6101-0D553FA32AFE}"/>
              </a:ext>
            </a:extLst>
          </p:cNvPr>
          <p:cNvSpPr/>
          <p:nvPr/>
        </p:nvSpPr>
        <p:spPr>
          <a:xfrm>
            <a:off x="1002694" y="3950529"/>
            <a:ext cx="344556" cy="6493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87E94E1-315D-0346-F599-99B21876EC38}"/>
              </a:ext>
            </a:extLst>
          </p:cNvPr>
          <p:cNvGrpSpPr/>
          <p:nvPr/>
        </p:nvGrpSpPr>
        <p:grpSpPr>
          <a:xfrm>
            <a:off x="740582" y="5307221"/>
            <a:ext cx="13639814" cy="934278"/>
            <a:chOff x="1325217" y="4981747"/>
            <a:chExt cx="8880950" cy="608313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4808741-BDE4-EE0C-076B-3F90AB70F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25217" y="5259860"/>
              <a:ext cx="3771900" cy="3302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95F3D97-744C-A176-C11B-B170C794694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325217" y="4982334"/>
              <a:ext cx="3771900" cy="33020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59FE1138-90DE-8666-2FAF-52C42D0A623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85569" y="4982334"/>
              <a:ext cx="3771900" cy="33020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4294DF06-4256-DAA0-B641-86C61F254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434267" y="4981747"/>
              <a:ext cx="3771900" cy="330200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816343D5-1850-0490-B607-DBEF144A61C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097117" y="5259860"/>
              <a:ext cx="3771900" cy="330200"/>
            </a:xfrm>
            <a:prstGeom prst="rect">
              <a:avLst/>
            </a:prstGeom>
          </p:spPr>
        </p:pic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9047080E-750B-B431-6612-EA1F85928C4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97767" y="5904496"/>
            <a:ext cx="526320" cy="22727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223AF21-47F7-97BF-5A97-3FA41A4E07FC}"/>
              </a:ext>
            </a:extLst>
          </p:cNvPr>
          <p:cNvSpPr txBox="1"/>
          <p:nvPr/>
        </p:nvSpPr>
        <p:spPr>
          <a:xfrm>
            <a:off x="6096000" y="4178112"/>
            <a:ext cx="181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/>
              <a:t>(Lemma - Stuck)</a:t>
            </a:r>
          </a:p>
        </p:txBody>
      </p:sp>
    </p:spTree>
    <p:extLst>
      <p:ext uri="{BB962C8B-B14F-4D97-AF65-F5344CB8AC3E}">
        <p14:creationId xmlns:p14="http://schemas.microsoft.com/office/powerpoint/2010/main" val="12788826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31FF5-622D-827D-D1E8-554598020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EE8DEB-ABFB-7368-A245-98D041CA8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2A6CD8-6C21-E1A8-08D2-AB00E09EB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14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E00B394A-503E-7FC7-D966-7275C147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2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 – (5)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1F9BC8-8723-021B-953E-B682E53C8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582" y="1690688"/>
            <a:ext cx="10710836" cy="93427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E6AC6B8-424E-EF2B-CEC8-24986CD614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221" y="2624966"/>
            <a:ext cx="10275582" cy="4481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5273DA-25FF-5ED8-9012-262C65A780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218" y="4266580"/>
            <a:ext cx="10275582" cy="44815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725B96-D2C3-93C5-242D-4D0007D96FB9}"/>
              </a:ext>
            </a:extLst>
          </p:cNvPr>
          <p:cNvSpPr/>
          <p:nvPr/>
        </p:nvSpPr>
        <p:spPr>
          <a:xfrm>
            <a:off x="1245066" y="3950529"/>
            <a:ext cx="344556" cy="6493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78C6A1B-6AAB-224B-03C8-0FAEA1057FD4}"/>
              </a:ext>
            </a:extLst>
          </p:cNvPr>
          <p:cNvGrpSpPr/>
          <p:nvPr/>
        </p:nvGrpSpPr>
        <p:grpSpPr>
          <a:xfrm>
            <a:off x="740582" y="5307221"/>
            <a:ext cx="13639814" cy="934278"/>
            <a:chOff x="1325217" y="4981747"/>
            <a:chExt cx="8880950" cy="60831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CF04D7A-7712-7CE3-1110-238E338D2BF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25217" y="5259860"/>
              <a:ext cx="3771900" cy="3302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75C5E6C-EF2E-F3E5-2BB9-B4C20011D67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325217" y="4982334"/>
              <a:ext cx="3771900" cy="3302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7548791-E287-0D82-41F2-124261A5613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85569" y="4982334"/>
              <a:ext cx="3771900" cy="3302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45BDD43-F7CD-292B-C8FB-08F1C79A373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434267" y="4981747"/>
              <a:ext cx="3771900" cy="3302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6F7F285-E75F-64E9-E1BA-87C2BFCE2CE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097117" y="5259860"/>
              <a:ext cx="3771900" cy="330200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1D83CB23-33B0-6764-016F-0B3FAB59517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97767" y="5904496"/>
            <a:ext cx="526320" cy="22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76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CA19F-ECAF-D2D6-7B66-90D1576D4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8DB0E5-0D79-DDCA-D377-8AEBAFBB9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78255F-068E-9549-8C70-E3BF4705F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15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2AA9C1D-A40B-0D69-9924-310A11755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3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Description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8505415-BA4E-4F5B-40E7-482ED41B2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149" y="1928190"/>
            <a:ext cx="10887232" cy="3001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8888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BE087-A927-0D3A-A1A0-DE7CFE802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225551-9090-0325-0598-4DD329392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252B1-966C-D313-94C3-B9C7A7254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16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4D28B02B-3EB5-7306-9A7D-ABDE1BC64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3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86DA3A-F539-773E-3841-1DCB79013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533" y="1690688"/>
            <a:ext cx="10702934" cy="4167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55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5BCFD-069C-22CA-FDBE-A4B3A38BB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22760C-64ED-859E-C6F7-C78556DA1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8B456D-DAFE-8009-ED60-583D9A30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17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79A6BFD1-BDE0-6AF3-3DA1-DCD9BCDBF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3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C192EE-911E-D12E-BF34-C468F9677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56" y="1981200"/>
            <a:ext cx="11460088" cy="3266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1246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3D96B-4B1E-16C6-40CA-88C52FBFD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B95EE0-3F37-C8EE-B7E2-0B5AA7562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ABE04-2180-C293-DFAA-EC808A516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18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BA5DF8E7-9878-2F31-A0DB-3F822E87FE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3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6753EB-28E5-0849-8577-963675135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87644"/>
            <a:ext cx="10515600" cy="4012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150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FE0DB-AB8A-1A0A-CEFD-893D29135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46B393-70F5-14DB-68F2-AB769079F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21D8D3-C454-F9F4-C0EB-98C723430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19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4ED46D4-E501-61C1-11BD-B72168F5B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3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FB9BE1-5A94-F539-7DC7-3E3088C027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05" y="2103437"/>
            <a:ext cx="11001590" cy="347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6573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5E0A8-6E6E-31B5-3FAA-B998C1214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EE49F4-6175-C241-CFE2-7ED7EB04C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CD5D1-FA8B-F003-BE5A-EB2A88119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20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CB01E141-9226-6373-E752-2901DD551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3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C8EBA3-3216-473B-2308-502EA15F1A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80" y="2458278"/>
            <a:ext cx="11128640" cy="194144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EDF7311-2628-F191-2DCD-1569B9D5F2FD}"/>
              </a:ext>
            </a:extLst>
          </p:cNvPr>
          <p:cNvSpPr txBox="1"/>
          <p:nvPr/>
        </p:nvSpPr>
        <p:spPr>
          <a:xfrm>
            <a:off x="556394" y="2928721"/>
            <a:ext cx="2071401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KR"/>
              <a:t>Virtually same with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CBF9B3-6259-03B8-804C-2610218BCDC3}"/>
              </a:ext>
            </a:extLst>
          </p:cNvPr>
          <p:cNvSpPr txBox="1"/>
          <p:nvPr/>
        </p:nvSpPr>
        <p:spPr>
          <a:xfrm>
            <a:off x="531680" y="3968605"/>
            <a:ext cx="2071401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KR"/>
              <a:t>Virtually same with</a:t>
            </a:r>
          </a:p>
        </p:txBody>
      </p:sp>
    </p:spTree>
    <p:extLst>
      <p:ext uri="{BB962C8B-B14F-4D97-AF65-F5344CB8AC3E}">
        <p14:creationId xmlns:p14="http://schemas.microsoft.com/office/powerpoint/2010/main" val="34801035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5CFF8-073B-B801-E598-24DB2DA43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ED10DB-1EB5-A93C-1E74-50200D4D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9B961-1E96-00F0-1161-01776962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21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6F0E3826-1DB2-531A-BBBA-1A6E56458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3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190A9A-BD0B-B146-93FD-C72CFCA8CE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80640"/>
            <a:ext cx="10515600" cy="477571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6C0FE7-CAC8-BC8D-D6BD-A7F7E52E7CBA}"/>
              </a:ext>
            </a:extLst>
          </p:cNvPr>
          <p:cNvCxnSpPr/>
          <p:nvPr/>
        </p:nvCxnSpPr>
        <p:spPr>
          <a:xfrm>
            <a:off x="1779373" y="5090984"/>
            <a:ext cx="19770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Right Arrow 6">
            <a:extLst>
              <a:ext uri="{FF2B5EF4-FFF2-40B4-BE49-F238E27FC236}">
                <a16:creationId xmlns:a16="http://schemas.microsoft.com/office/drawing/2014/main" id="{64DB4C48-88B8-9DAC-6317-9D83FBFC4E75}"/>
              </a:ext>
            </a:extLst>
          </p:cNvPr>
          <p:cNvSpPr/>
          <p:nvPr/>
        </p:nvSpPr>
        <p:spPr>
          <a:xfrm>
            <a:off x="1791730" y="4917989"/>
            <a:ext cx="197708" cy="2842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7177904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4DF52-AF62-90EF-6A08-1E928E77B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8B9190-629D-ADCE-345D-FE484730E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3A2716-7516-3BE6-03D8-6F68AF030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22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C796E3C8-975F-B3D7-5F85-B1F1102FA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3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D57B947-705C-EE5B-DF62-D0C4EB5CA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12" y="1434486"/>
            <a:ext cx="10051776" cy="398902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E9F8F97-D248-C5DC-6ED1-BC09497C3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068" y="5666331"/>
            <a:ext cx="9819864" cy="1055144"/>
          </a:xfrm>
          <a:prstGeom prst="rect">
            <a:avLst/>
          </a:prstGeo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D85F1DD6-92B7-9B20-93DC-2F9B1853869B}"/>
              </a:ext>
            </a:extLst>
          </p:cNvPr>
          <p:cNvSpPr/>
          <p:nvPr/>
        </p:nvSpPr>
        <p:spPr>
          <a:xfrm>
            <a:off x="2135660" y="4337221"/>
            <a:ext cx="197708" cy="2842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9962236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82961-8DE0-5E9A-736F-289247D12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41404-FC17-14EF-8C74-D2CDB9E11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0D55A3-48E1-53A5-72F5-BEB7790D5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23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6FDD6295-6C5B-F58F-DD6A-FF23BA1EB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3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07BD934-4879-EED7-C9C7-5F35A5980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10515600" cy="4609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5590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13E18-1B7B-7DDE-6F3E-9E0FBDEBD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9BA304-6A99-68BF-38EA-18B0EB53D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F0EDE1-FC64-D12A-A367-504A63899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24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575FCF5C-4CAE-2278-1BDF-5CB21FDA3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3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BEB2BC-6E2A-EC92-AFE8-57CDE194F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521" y="1505158"/>
            <a:ext cx="9372958" cy="38476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5A00915-C38A-414F-DBC3-304C1DD454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081" y="5352842"/>
            <a:ext cx="9129838" cy="1199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5129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C0668-A041-3A81-1270-BA69EE851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24D795-3A29-B69C-7F7B-F2983DC91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118D73-32D1-A847-AA81-E353C58266DD}" type="datetime1">
              <a:rPr lang="en-US" smtClean="0"/>
              <a:t>11/5/2025</a:t>
            </a:fld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DE3BE-20BE-75FE-2BE5-B771ABF71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7C90A-C1D4-1A4A-BB39-07FDF258A5BB}" type="slidenum">
              <a:rPr lang="en-KR" smtClean="0"/>
              <a:t>25</a:t>
            </a:fld>
            <a:endParaRPr lang="en-KR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F2B6E45-235D-C65F-718D-EBE60B2BA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Problem 3</a:t>
            </a:r>
            <a:br>
              <a:rPr lang="en-KR" b="1">
                <a:latin typeface="Apple SD Gothic Neo" panose="02000300000000000000" pitchFamily="2" charset="-127"/>
                <a:ea typeface="Apple SD Gothic Neo" panose="02000300000000000000" pitchFamily="2" charset="-127"/>
              </a:rPr>
            </a:br>
            <a:r>
              <a:rPr lang="en-KR" sz="2400">
                <a:latin typeface="Apple SD Gothic Neo" panose="02000300000000000000" pitchFamily="2" charset="-127"/>
                <a:ea typeface="Apple SD Gothic Neo" panose="02000300000000000000" pitchFamily="2" charset="-127"/>
              </a:rPr>
              <a:t>Solution</a:t>
            </a:r>
            <a:endParaRPr lang="en-KR" b="1"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6535FA-BAB6-3BD8-257B-CFC3DDCA1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026" y="2723322"/>
            <a:ext cx="10743948" cy="14113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1467B53-73D6-8563-B2B2-184702E03A9D}"/>
              </a:ext>
            </a:extLst>
          </p:cNvPr>
          <p:cNvSpPr txBox="1"/>
          <p:nvPr/>
        </p:nvSpPr>
        <p:spPr>
          <a:xfrm>
            <a:off x="397892" y="3231977"/>
            <a:ext cx="2071401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KR"/>
              <a:t>Virtually same with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1F9CF2-954B-9474-6FD9-58BD3B94277B}"/>
              </a:ext>
            </a:extLst>
          </p:cNvPr>
          <p:cNvSpPr txBox="1"/>
          <p:nvPr/>
        </p:nvSpPr>
        <p:spPr>
          <a:xfrm>
            <a:off x="3113903" y="3231977"/>
            <a:ext cx="30809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KR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493354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25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Office Theme</vt:lpstr>
      <vt:lpstr>Programming Language Concepts</vt:lpstr>
      <vt:lpstr>Quiz</vt:lpstr>
      <vt:lpstr>PowerPoint Presentation</vt:lpstr>
      <vt:lpstr>PowerPoint Presentation</vt:lpstr>
      <vt:lpstr>PowerPoint Presentation</vt:lpstr>
      <vt:lpstr>Homework 11</vt:lpstr>
      <vt:lpstr>Problem 1 Description</vt:lpstr>
      <vt:lpstr>Problem 1 Solution</vt:lpstr>
      <vt:lpstr>Problem 2 Description</vt:lpstr>
      <vt:lpstr>Problem 2 Solution – (1)</vt:lpstr>
      <vt:lpstr>Problem 2 Solution – (2)</vt:lpstr>
      <vt:lpstr>Problem 2 Solution – (3)</vt:lpstr>
      <vt:lpstr>Problem 2 Solution – (4)</vt:lpstr>
      <vt:lpstr>Problem 2 Solution – (5)</vt:lpstr>
      <vt:lpstr>Problem 3 Description</vt:lpstr>
      <vt:lpstr>Problem 3 Solution</vt:lpstr>
      <vt:lpstr>Problem 3 Solution</vt:lpstr>
      <vt:lpstr>Problem 3 Solution</vt:lpstr>
      <vt:lpstr>Problem 3 Solution</vt:lpstr>
      <vt:lpstr>Problem 3 Solution</vt:lpstr>
      <vt:lpstr>Problem 3 Solution</vt:lpstr>
      <vt:lpstr>Problem 3 Solution</vt:lpstr>
      <vt:lpstr>Problem 3 Solution</vt:lpstr>
      <vt:lpstr>Problem 3 Solution</vt:lpstr>
      <vt:lpstr>Problem 3 Solution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Park, Wonjun</dc:creator>
  <cp:revision>1</cp:revision>
  <dcterms:created xsi:type="dcterms:W3CDTF">2025-08-27T00:41:02Z</dcterms:created>
  <dcterms:modified xsi:type="dcterms:W3CDTF">2025-11-06T03:02:56Z</dcterms:modified>
</cp:coreProperties>
</file>